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9cc7a15c70a409f" /><Relationship Type="http://schemas.openxmlformats.org/officeDocument/2006/relationships/extended-properties" Target="/docProps/app.xml" Id="Rd59ce35c48bb4400" /><Relationship Type="http://schemas.openxmlformats.org/officeDocument/2006/relationships/officeDocument" Target="/ppt/presentation.xml" Id="Rb3c5109959264d47" /></Relationships>
</file>

<file path=ppt/presentation.xml><?xml version="1.0" encoding="utf-8"?>
<p:presentation xmlns:p="http://schemas.openxmlformats.org/presentationml/2006/main">
  <p:sldMasterIdLst>
    <p:sldMasterId xmlns:r="http://schemas.openxmlformats.org/officeDocument/2006/relationships" id="2147483648" r:id="R25cb6697ff6f4afd"/>
  </p:sldMasterIdLst>
  <p:notesMasterIdLst>
    <p:notesMasterId xmlns:r="http://schemas.openxmlformats.org/officeDocument/2006/relationships" r:id="R1f4b7b18110b4614"/>
  </p:notesMasterIdLst>
  <p:sldIdLst>
    <p:sldId xmlns:r="http://schemas.openxmlformats.org/officeDocument/2006/relationships" id="256" r:id="R876e5f8188554fb6"/>
  </p:sldIdLst>
  <p:sldSz cx="5334000" cy="4953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6eecab3150b4b14" /><Relationship Type="http://schemas.openxmlformats.org/officeDocument/2006/relationships/slideMaster" Target="/ppt/slideMasters/slideMaster1.xml" Id="R25cb6697ff6f4afd" /><Relationship Type="http://schemas.openxmlformats.org/officeDocument/2006/relationships/notesMaster" Target="/ppt/notesMasters/notesMaster1.xml" Id="R1f4b7b18110b4614" /><Relationship Type="http://schemas.openxmlformats.org/officeDocument/2006/relationships/presProps" Target="/ppt/presProps.xml" Id="R5586d73b18794d75" /><Relationship Type="http://schemas.openxmlformats.org/officeDocument/2006/relationships/tableStyles" Target="/ppt/tableStyles.xml" Id="Rbdbaad2a57594f8b" /><Relationship Type="http://schemas.openxmlformats.org/officeDocument/2006/relationships/slide" Target="/ppt/slides/slide1.xml" Id="R876e5f8188554fb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d0ca8983789438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553944aea6b4b5f" /><Relationship Type="http://schemas.openxmlformats.org/officeDocument/2006/relationships/notesMaster" Target="/ppt/notesMasters/notesMaster1.xml" Id="R8f44b44523cc499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Schematic motivation for the proposed CoREx. Originating and independent errors are responsibility candidates only when supported by observed failure relevance. Propagated, corrected and irrelevant errors illustrate possible relations, not mutually exclusive labels or ground-truth annotations. No-explanation and single-premise reinforcement are possible failure modes, not a claim that all existing systems lack explanations. Proposed method compares evidence-grounded responsibility explanations and checks decisive premises. User requested Comic Sans MS, compact pastel colors and editable shapes. Log icon reused from previously generated asset.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62e32135a1745b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d5da9f0484d47f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975905317be493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3e2986c73254ef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49442391575460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50a9cb2481241d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4A34D77-8F76-4C04-B691-76FEDF68491D}"/>
              </a:ext>
            </a:extLst>
          </p:cNvPr>
          <p:cNvSpPr>
            <a:spLocks xmlns:a="http://schemas.openxmlformats.org/drawingml/2006/main" noGrp="1"/>
          </p:cNvSpPr>
          <p:nvPr>
            <p:ph type="title" idx="0"/>
          </p:nvPr>
        </p:nvSpPr>
        <p:spPr>
          <a:xfrm xmlns:a="http://schemas.openxmlformats.org/drawingml/2006/main">
            <a:off x="533400" y="1871133"/>
            <a:ext cx="4267200" cy="71543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C0E48CC-2AE6-44AF-80C0-1FC9A8277BDC}"/>
              </a:ext>
            </a:extLst>
          </p:cNvPr>
          <p:cNvSpPr>
            <a:spLocks xmlns:a="http://schemas.openxmlformats.org/drawingml/2006/main" noGrp="1"/>
          </p:cNvSpPr>
          <p:nvPr>
            <p:ph type="subTitle" idx="1"/>
          </p:nvPr>
        </p:nvSpPr>
        <p:spPr>
          <a:xfrm xmlns:a="http://schemas.openxmlformats.org/drawingml/2006/main">
            <a:off x="800100" y="2724150"/>
            <a:ext cx="3733800" cy="55033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919"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252FC9C-C6AB-487A-A94B-DF6BA3E11F03}"/>
              </a:ext>
            </a:extLst>
          </p:cNvPr>
          <p:cNvSpPr>
            <a:spLocks xmlns:a="http://schemas.openxmlformats.org/drawingml/2006/main" noGrp="1"/>
          </p:cNvSpPr>
          <p:nvPr>
            <p:ph type="title" idx="0"/>
          </p:nvPr>
        </p:nvSpPr>
        <p:spPr>
          <a:xfrm xmlns:a="http://schemas.openxmlformats.org/drawingml/2006/main">
            <a:off x="533400" y="2063750"/>
            <a:ext cx="4267200" cy="825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838"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768534-5D77-4A74-9AD2-62F1D9556054}"/>
              </a:ext>
            </a:extLst>
          </p:cNvPr>
          <p:cNvSpPr>
            <a:spLocks xmlns:a="http://schemas.openxmlformats.org/drawingml/2006/main" noGrp="1"/>
          </p:cNvSpPr>
          <p:nvPr>
            <p:ph type="title" idx="0"/>
          </p:nvPr>
        </p:nvSpPr>
        <p:spPr>
          <a:xfrm xmlns:a="http://schemas.openxmlformats.org/drawingml/2006/main">
            <a:off x="300038" y="385233"/>
            <a:ext cx="4733925" cy="6053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444"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2DE3B28-951F-4817-A22B-04C38D2D9827}"/>
              </a:ext>
            </a:extLst>
          </p:cNvPr>
          <p:cNvSpPr>
            <a:spLocks xmlns:a="http://schemas.openxmlformats.org/drawingml/2006/main" noGrp="1"/>
          </p:cNvSpPr>
          <p:nvPr>
            <p:ph type="body" idx="1"/>
          </p:nvPr>
        </p:nvSpPr>
        <p:spPr>
          <a:xfrm xmlns:a="http://schemas.openxmlformats.org/drawingml/2006/main">
            <a:off x="300038" y="1375833"/>
            <a:ext cx="4733925" cy="30818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984" b="0">
                <a:solidFill>
                  <a:schemeClr val="tx1"/>
                </a:solidFill>
                <a:latin typeface="+mn-lt"/>
                <a:ea typeface="+mn-lt"/>
                <a:cs typeface="+mn-lt"/>
              </a:defRPr>
            </a:defPPr>
            <a:lvl1pPr marL="100013" indent="-100012">
              <a:lnSpc>
                <a:spcPct val="110000"/>
              </a:lnSpc>
              <a:spcBef>
                <a:spcPts val="0"/>
              </a:spcBef>
              <a:spcAft>
                <a:spcPts val="525"/>
              </a:spcAft>
              <a:buChar char="•"/>
            </a:lvl1pPr>
            <a:lvl2pPr marL="233363" indent="-100012">
              <a:lnSpc>
                <a:spcPct val="110000"/>
              </a:lnSpc>
              <a:spcBef>
                <a:spcPts val="0"/>
              </a:spcBef>
              <a:spcAft>
                <a:spcPts val="525"/>
              </a:spcAft>
              <a:buChar char="•"/>
            </a:lvl2pPr>
            <a:lvl3pPr marL="366713" indent="-100012">
              <a:lnSpc>
                <a:spcPct val="110000"/>
              </a:lnSpc>
              <a:spcBef>
                <a:spcPts val="0"/>
              </a:spcBef>
              <a:spcAft>
                <a:spcPts val="525"/>
              </a:spcAft>
              <a:buChar char="•"/>
            </a:lvl3pPr>
            <a:lvl4pPr marL="500063" indent="-100012">
              <a:lnSpc>
                <a:spcPct val="110000"/>
              </a:lnSpc>
              <a:spcBef>
                <a:spcPts val="0"/>
              </a:spcBef>
              <a:spcAft>
                <a:spcPts val="525"/>
              </a:spcAft>
              <a:buChar char="•"/>
            </a:lvl4pPr>
            <a:lvl5pPr marL="633413" indent="-100012">
              <a:lnSpc>
                <a:spcPct val="110000"/>
              </a:lnSpc>
              <a:spcBef>
                <a:spcPts val="0"/>
              </a:spcBef>
              <a:spcAft>
                <a:spcPts val="525"/>
              </a:spcAft>
              <a:buChar char="•"/>
            </a:lvl5pPr>
            <a:lvl6pPr marL="766763" indent="-100012">
              <a:lnSpc>
                <a:spcPct val="110000"/>
              </a:lnSpc>
              <a:spcBef>
                <a:spcPts val="0"/>
              </a:spcBef>
              <a:spcAft>
                <a:spcPts val="525"/>
              </a:spcAft>
              <a:buChar char="•"/>
            </a:lvl6pPr>
            <a:lvl7pPr marL="900113" indent="-100012">
              <a:lnSpc>
                <a:spcPct val="110000"/>
              </a:lnSpc>
              <a:spcBef>
                <a:spcPts val="0"/>
              </a:spcBef>
              <a:spcAft>
                <a:spcPts val="525"/>
              </a:spcAft>
              <a:buChar char="•"/>
            </a:lvl7pPr>
            <a:lvl8pPr marL="1033463" indent="-100012">
              <a:lnSpc>
                <a:spcPct val="110000"/>
              </a:lnSpc>
              <a:spcBef>
                <a:spcPts val="0"/>
              </a:spcBef>
              <a:spcAft>
                <a:spcPts val="525"/>
              </a:spcAft>
              <a:buChar char="•"/>
            </a:lvl8pPr>
            <a:lvl9pPr marL="1166813" indent="-100012">
              <a:lnSpc>
                <a:spcPct val="110000"/>
              </a:lnSpc>
              <a:spcBef>
                <a:spcPts val="0"/>
              </a:spcBef>
              <a:spcAft>
                <a:spcPts val="525"/>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9642CA7-2D88-4DD8-88F3-66CB4C065DD8}"/>
              </a:ext>
            </a:extLst>
          </p:cNvPr>
          <p:cNvSpPr>
            <a:spLocks xmlns:a="http://schemas.openxmlformats.org/drawingml/2006/main" noGrp="1"/>
          </p:cNvSpPr>
          <p:nvPr>
            <p:ph type="title" idx="0"/>
          </p:nvPr>
        </p:nvSpPr>
        <p:spPr>
          <a:xfrm xmlns:a="http://schemas.openxmlformats.org/drawingml/2006/main">
            <a:off x="300038" y="385233"/>
            <a:ext cx="4733925" cy="6053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444"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006CC8B-DEF1-4D8B-9E81-3C423AB561AE}"/>
              </a:ext>
            </a:extLst>
          </p:cNvPr>
          <p:cNvSpPr>
            <a:spLocks xmlns:a="http://schemas.openxmlformats.org/drawingml/2006/main" noGrp="1"/>
          </p:cNvSpPr>
          <p:nvPr>
            <p:ph type="body" idx="1"/>
          </p:nvPr>
        </p:nvSpPr>
        <p:spPr>
          <a:xfrm xmlns:a="http://schemas.openxmlformats.org/drawingml/2006/main">
            <a:off x="300038" y="1375833"/>
            <a:ext cx="2200275" cy="30818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919" b="0">
                <a:solidFill>
                  <a:schemeClr val="tx1"/>
                </a:solidFill>
                <a:latin typeface="+mn-lt"/>
                <a:ea typeface="+mn-lt"/>
                <a:cs typeface="+mn-lt"/>
              </a:defRPr>
            </a:defPPr>
            <a:lvl1pPr marL="100013" indent="-100012">
              <a:lnSpc>
                <a:spcPct val="110000"/>
              </a:lnSpc>
              <a:spcBef>
                <a:spcPts val="0"/>
              </a:spcBef>
              <a:spcAft>
                <a:spcPts val="525"/>
              </a:spcAft>
              <a:buChar char="•"/>
            </a:lvl1pPr>
            <a:lvl2pPr marL="233363" indent="-100012">
              <a:lnSpc>
                <a:spcPct val="110000"/>
              </a:lnSpc>
              <a:spcBef>
                <a:spcPts val="0"/>
              </a:spcBef>
              <a:spcAft>
                <a:spcPts val="525"/>
              </a:spcAft>
              <a:buChar char="•"/>
            </a:lvl2pPr>
            <a:lvl3pPr marL="366713" indent="-100012">
              <a:lnSpc>
                <a:spcPct val="110000"/>
              </a:lnSpc>
              <a:spcBef>
                <a:spcPts val="0"/>
              </a:spcBef>
              <a:spcAft>
                <a:spcPts val="525"/>
              </a:spcAft>
              <a:buChar char="•"/>
            </a:lvl3pPr>
            <a:lvl4pPr marL="500063" indent="-100012">
              <a:lnSpc>
                <a:spcPct val="110000"/>
              </a:lnSpc>
              <a:spcBef>
                <a:spcPts val="0"/>
              </a:spcBef>
              <a:spcAft>
                <a:spcPts val="525"/>
              </a:spcAft>
              <a:buChar char="•"/>
            </a:lvl4pPr>
            <a:lvl5pPr marL="633413" indent="-100012">
              <a:lnSpc>
                <a:spcPct val="110000"/>
              </a:lnSpc>
              <a:spcBef>
                <a:spcPts val="0"/>
              </a:spcBef>
              <a:spcAft>
                <a:spcPts val="525"/>
              </a:spcAft>
              <a:buChar char="•"/>
            </a:lvl5pPr>
            <a:lvl6pPr marL="766763" indent="-100012">
              <a:lnSpc>
                <a:spcPct val="110000"/>
              </a:lnSpc>
              <a:spcBef>
                <a:spcPts val="0"/>
              </a:spcBef>
              <a:spcAft>
                <a:spcPts val="525"/>
              </a:spcAft>
              <a:buChar char="•"/>
            </a:lvl6pPr>
            <a:lvl7pPr marL="900113" indent="-100012">
              <a:lnSpc>
                <a:spcPct val="110000"/>
              </a:lnSpc>
              <a:spcBef>
                <a:spcPts val="0"/>
              </a:spcBef>
              <a:spcAft>
                <a:spcPts val="525"/>
              </a:spcAft>
              <a:buChar char="•"/>
            </a:lvl7pPr>
            <a:lvl8pPr marL="1033463" indent="-100012">
              <a:lnSpc>
                <a:spcPct val="110000"/>
              </a:lnSpc>
              <a:spcBef>
                <a:spcPts val="0"/>
              </a:spcBef>
              <a:spcAft>
                <a:spcPts val="525"/>
              </a:spcAft>
              <a:buChar char="•"/>
            </a:lvl8pPr>
            <a:lvl9pPr marL="1166813" indent="-100012">
              <a:lnSpc>
                <a:spcPct val="110000"/>
              </a:lnSpc>
              <a:spcBef>
                <a:spcPts val="0"/>
              </a:spcBef>
              <a:spcAft>
                <a:spcPts val="525"/>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BD05394-2733-4EBE-94D4-9086D2F913FE}"/>
              </a:ext>
            </a:extLst>
          </p:cNvPr>
          <p:cNvSpPr>
            <a:spLocks xmlns:a="http://schemas.openxmlformats.org/drawingml/2006/main" noGrp="1"/>
          </p:cNvSpPr>
          <p:nvPr>
            <p:ph type="body" idx="2"/>
          </p:nvPr>
        </p:nvSpPr>
        <p:spPr>
          <a:xfrm xmlns:a="http://schemas.openxmlformats.org/drawingml/2006/main">
            <a:off x="2833688" y="1375833"/>
            <a:ext cx="2200275" cy="30818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919" b="0">
                <a:solidFill>
                  <a:schemeClr val="tx1"/>
                </a:solidFill>
                <a:latin typeface="+mn-lt"/>
                <a:ea typeface="+mn-lt"/>
                <a:cs typeface="+mn-lt"/>
              </a:defRPr>
            </a:defPPr>
            <a:lvl1pPr marL="100013" indent="-100012">
              <a:lnSpc>
                <a:spcPct val="110000"/>
              </a:lnSpc>
              <a:spcBef>
                <a:spcPts val="0"/>
              </a:spcBef>
              <a:spcAft>
                <a:spcPts val="525"/>
              </a:spcAft>
              <a:buChar char="•"/>
            </a:lvl1pPr>
            <a:lvl2pPr marL="233363" indent="-100012">
              <a:lnSpc>
                <a:spcPct val="110000"/>
              </a:lnSpc>
              <a:spcBef>
                <a:spcPts val="0"/>
              </a:spcBef>
              <a:spcAft>
                <a:spcPts val="525"/>
              </a:spcAft>
              <a:buChar char="•"/>
            </a:lvl2pPr>
            <a:lvl3pPr marL="366713" indent="-100012">
              <a:lnSpc>
                <a:spcPct val="110000"/>
              </a:lnSpc>
              <a:spcBef>
                <a:spcPts val="0"/>
              </a:spcBef>
              <a:spcAft>
                <a:spcPts val="525"/>
              </a:spcAft>
              <a:buChar char="•"/>
            </a:lvl3pPr>
            <a:lvl4pPr marL="500063" indent="-100012">
              <a:lnSpc>
                <a:spcPct val="110000"/>
              </a:lnSpc>
              <a:spcBef>
                <a:spcPts val="0"/>
              </a:spcBef>
              <a:spcAft>
                <a:spcPts val="525"/>
              </a:spcAft>
              <a:buChar char="•"/>
            </a:lvl4pPr>
            <a:lvl5pPr marL="633413" indent="-100012">
              <a:lnSpc>
                <a:spcPct val="110000"/>
              </a:lnSpc>
              <a:spcBef>
                <a:spcPts val="0"/>
              </a:spcBef>
              <a:spcAft>
                <a:spcPts val="525"/>
              </a:spcAft>
              <a:buChar char="•"/>
            </a:lvl5pPr>
            <a:lvl6pPr marL="766763" indent="-100012">
              <a:lnSpc>
                <a:spcPct val="110000"/>
              </a:lnSpc>
              <a:spcBef>
                <a:spcPts val="0"/>
              </a:spcBef>
              <a:spcAft>
                <a:spcPts val="525"/>
              </a:spcAft>
              <a:buChar char="•"/>
            </a:lvl6pPr>
            <a:lvl7pPr marL="900113" indent="-100012">
              <a:lnSpc>
                <a:spcPct val="110000"/>
              </a:lnSpc>
              <a:spcBef>
                <a:spcPts val="0"/>
              </a:spcBef>
              <a:spcAft>
                <a:spcPts val="525"/>
              </a:spcAft>
              <a:buChar char="•"/>
            </a:lvl7pPr>
            <a:lvl8pPr marL="1033463" indent="-100012">
              <a:lnSpc>
                <a:spcPct val="110000"/>
              </a:lnSpc>
              <a:spcBef>
                <a:spcPts val="0"/>
              </a:spcBef>
              <a:spcAft>
                <a:spcPts val="525"/>
              </a:spcAft>
              <a:buChar char="•"/>
            </a:lvl8pPr>
            <a:lvl9pPr marL="1166813" indent="-100012">
              <a:lnSpc>
                <a:spcPct val="110000"/>
              </a:lnSpc>
              <a:spcBef>
                <a:spcPts val="0"/>
              </a:spcBef>
              <a:spcAft>
                <a:spcPts val="525"/>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2239F43-E357-40B0-BF12-1F615DA7CFDB}"/>
              </a:ext>
            </a:extLst>
          </p:cNvPr>
          <p:cNvSpPr>
            <a:spLocks xmlns:a="http://schemas.openxmlformats.org/drawingml/2006/main" noGrp="1"/>
          </p:cNvSpPr>
          <p:nvPr>
            <p:ph type="title" idx="0"/>
          </p:nvPr>
        </p:nvSpPr>
        <p:spPr>
          <a:xfrm xmlns:a="http://schemas.openxmlformats.org/drawingml/2006/main">
            <a:off x="300038" y="385233"/>
            <a:ext cx="4733925" cy="6053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444"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BDA193B-E3A8-43AA-AF32-896C57E2549F}"/>
              </a:ext>
            </a:extLst>
          </p:cNvPr>
          <p:cNvSpPr>
            <a:spLocks xmlns:a="http://schemas.openxmlformats.org/drawingml/2006/main" noGrp="1"/>
          </p:cNvSpPr>
          <p:nvPr>
            <p:ph type="body" idx="1"/>
          </p:nvPr>
        </p:nvSpPr>
        <p:spPr>
          <a:xfrm xmlns:a="http://schemas.openxmlformats.org/drawingml/2006/main">
            <a:off x="300038" y="1375833"/>
            <a:ext cx="2200275" cy="30818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984" b="0">
                <a:solidFill>
                  <a:schemeClr val="tx1"/>
                </a:solidFill>
                <a:latin typeface="+mn-lt"/>
                <a:ea typeface="+mn-lt"/>
                <a:cs typeface="+mn-lt"/>
              </a:defRPr>
            </a:defPPr>
            <a:lvl1pPr marL="100013" indent="-100012">
              <a:lnSpc>
                <a:spcPct val="110000"/>
              </a:lnSpc>
              <a:spcBef>
                <a:spcPts val="0"/>
              </a:spcBef>
              <a:spcAft>
                <a:spcPts val="525"/>
              </a:spcAft>
              <a:buChar char="•"/>
            </a:lvl1pPr>
            <a:lvl2pPr marL="233363" indent="-100012">
              <a:lnSpc>
                <a:spcPct val="110000"/>
              </a:lnSpc>
              <a:spcBef>
                <a:spcPts val="0"/>
              </a:spcBef>
              <a:spcAft>
                <a:spcPts val="525"/>
              </a:spcAft>
              <a:buChar char="•"/>
            </a:lvl2pPr>
            <a:lvl3pPr marL="366713" indent="-100012">
              <a:lnSpc>
                <a:spcPct val="110000"/>
              </a:lnSpc>
              <a:spcBef>
                <a:spcPts val="0"/>
              </a:spcBef>
              <a:spcAft>
                <a:spcPts val="525"/>
              </a:spcAft>
              <a:buChar char="•"/>
            </a:lvl3pPr>
            <a:lvl4pPr marL="500063" indent="-100012">
              <a:lnSpc>
                <a:spcPct val="110000"/>
              </a:lnSpc>
              <a:spcBef>
                <a:spcPts val="0"/>
              </a:spcBef>
              <a:spcAft>
                <a:spcPts val="525"/>
              </a:spcAft>
              <a:buChar char="•"/>
            </a:lvl4pPr>
            <a:lvl5pPr marL="633413" indent="-100012">
              <a:lnSpc>
                <a:spcPct val="110000"/>
              </a:lnSpc>
              <a:spcBef>
                <a:spcPts val="0"/>
              </a:spcBef>
              <a:spcAft>
                <a:spcPts val="525"/>
              </a:spcAft>
              <a:buChar char="•"/>
            </a:lvl5pPr>
            <a:lvl6pPr marL="766763" indent="-100012">
              <a:lnSpc>
                <a:spcPct val="110000"/>
              </a:lnSpc>
              <a:spcBef>
                <a:spcPts val="0"/>
              </a:spcBef>
              <a:spcAft>
                <a:spcPts val="525"/>
              </a:spcAft>
              <a:buChar char="•"/>
            </a:lvl6pPr>
            <a:lvl7pPr marL="900113" indent="-100012">
              <a:lnSpc>
                <a:spcPct val="110000"/>
              </a:lnSpc>
              <a:spcBef>
                <a:spcPts val="0"/>
              </a:spcBef>
              <a:spcAft>
                <a:spcPts val="525"/>
              </a:spcAft>
              <a:buChar char="•"/>
            </a:lvl7pPr>
            <a:lvl8pPr marL="1033463" indent="-100012">
              <a:lnSpc>
                <a:spcPct val="110000"/>
              </a:lnSpc>
              <a:spcBef>
                <a:spcPts val="0"/>
              </a:spcBef>
              <a:spcAft>
                <a:spcPts val="525"/>
              </a:spcAft>
              <a:buChar char="•"/>
            </a:lvl8pPr>
            <a:lvl9pPr marL="1166813" indent="-100012">
              <a:lnSpc>
                <a:spcPct val="110000"/>
              </a:lnSpc>
              <a:spcBef>
                <a:spcPts val="0"/>
              </a:spcBef>
              <a:spcAft>
                <a:spcPts val="525"/>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9aa722f98cd494e" /><Relationship Type="http://schemas.openxmlformats.org/officeDocument/2006/relationships/slideLayout" Target="/ppt/slideLayouts/slideLayout1.xml" Id="R2458d912b32c4558" /><Relationship Type="http://schemas.openxmlformats.org/officeDocument/2006/relationships/slideLayout" Target="/ppt/slideLayouts/slideLayout2.xml" Id="R602acfbb679b4823" /><Relationship Type="http://schemas.openxmlformats.org/officeDocument/2006/relationships/slideLayout" Target="/ppt/slideLayouts/slideLayout3.xml" Id="R073eb12633584632" /><Relationship Type="http://schemas.openxmlformats.org/officeDocument/2006/relationships/slideLayout" Target="/ppt/slideLayouts/slideLayout4.xml" Id="R9af2e3bfb2244492" /><Relationship Type="http://schemas.openxmlformats.org/officeDocument/2006/relationships/slideLayout" Target="/ppt/slideLayouts/slideLayout5.xml" Id="R2fc24219e5a9491d" /><Relationship Type="http://schemas.openxmlformats.org/officeDocument/2006/relationships/slideLayout" Target="/ppt/slideLayouts/slideLayout6.xml" Id="Racbb0e91b1f0488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458d912b32c4558"/>
    <p:sldLayoutId xmlns:r="http://schemas.openxmlformats.org/officeDocument/2006/relationships" id="2147483650" r:id="R602acfbb679b4823"/>
    <p:sldLayoutId xmlns:r="http://schemas.openxmlformats.org/officeDocument/2006/relationships" id="2147483651" r:id="R073eb12633584632"/>
    <p:sldLayoutId xmlns:r="http://schemas.openxmlformats.org/officeDocument/2006/relationships" id="2147483652" r:id="R9af2e3bfb2244492"/>
    <p:sldLayoutId xmlns:r="http://schemas.openxmlformats.org/officeDocument/2006/relationships" id="2147483653" r:id="R2fc24219e5a9491d"/>
    <p:sldLayoutId xmlns:r="http://schemas.openxmlformats.org/officeDocument/2006/relationships" id="2147483654" r:id="Racbb0e91b1f0488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bd659db8dd14997" /><Relationship Type="http://schemas.openxmlformats.org/officeDocument/2006/relationships/image" Target="/ppt/media/image.png" Id="R519214a9225f4459" /><Relationship Type="http://schemas.openxmlformats.org/officeDocument/2006/relationships/image" Target="/ppt/media/image2.png" Id="Ra549e651740d4d6e" /><Relationship Type="http://schemas.openxmlformats.org/officeDocument/2006/relationships/notesSlide" Target="/ppt/notesSlides/notesSlide1.xml" Id="R7fbc49cd3a60460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9" name="box-1">
            <a:extLst xmlns:a="http://schemas.openxmlformats.org/drawingml/2006/main">
              <a:ext uri="{FF2B5EF4-FFF2-40B4-BE49-F238E27FC236}">
                <a16:creationId xmlns:a16="http://schemas.microsoft.com/office/drawing/2014/main" id="{61EB2561-8338-4F94-95D2-63F7125056E5}"/>
              </a:ext>
            </a:extLst>
          </p:cNvPr>
          <p:cNvSpPr>
            <a:spLocks xmlns:a="http://schemas.openxmlformats.org/drawingml/2006/main" noGrp="1"/>
          </p:cNvSpPr>
          <p:nvPr/>
        </p:nvSpPr>
        <p:spPr>
          <a:xfrm xmlns:a="http://schemas.openxmlformats.org/drawingml/2006/main">
            <a:off x="76200" y="76200"/>
            <a:ext cx="5181600" cy="1752600"/>
          </a:xfrm>
          <a:prstGeom xmlns:a="http://schemas.openxmlformats.org/drawingml/2006/main" prst="roundRect">
            <a:avLst>
              <a:gd name="adj" fmla="val 9239"/>
            </a:avLst>
          </a:prstGeom>
          <a:solidFill xmlns:a="http://schemas.openxmlformats.org/drawingml/2006/main">
            <a:srgbClr val="FAFCFF"/>
          </a:solidFill>
          <a:ln xmlns:a="http://schemas.openxmlformats.org/drawingml/2006/main" w="9525">
            <a:solidFill>
              <a:srgbClr val="202734"/>
            </a:solidFill>
            <a:prstDash val="dashDot"/>
          </a:ln>
        </p:spPr>
      </p:sp>
      <p:sp>
        <p:nvSpPr>
          <p:cNvPr id="2" name="text-2">
            <a:extLst xmlns:a="http://schemas.openxmlformats.org/drawingml/2006/main">
              <a:ext uri="{FF2B5EF4-FFF2-40B4-BE49-F238E27FC236}">
                <a16:creationId xmlns:a16="http://schemas.microsoft.com/office/drawing/2014/main" id="{7155A6A3-E431-4562-99D9-67EAF253A9B9}"/>
              </a:ext>
            </a:extLst>
          </p:cNvPr>
          <p:cNvSpPr>
            <a:spLocks xmlns:a="http://schemas.openxmlformats.org/drawingml/2006/main" noGrp="1"/>
          </p:cNvSpPr>
          <p:nvPr/>
        </p:nvSpPr>
        <p:spPr>
          <a:xfrm xmlns:a="http://schemas.openxmlformats.org/drawingml/2006/main">
            <a:off x="190500" y="13335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1">
                <a:solidFill>
                  <a:srgbClr val="202734"/>
                </a:solidFill>
                <a:latin typeface="Comic Sans MS"/>
                <a:ea typeface="Comic Sans MS"/>
                <a:cs typeface="Comic Sans MS"/>
              </a:defRPr>
            </a:defPPr>
          </a:lstStyle>
          <a:p xmlns:a="http://schemas.openxmlformats.org/drawingml/2006/main">
            <a:pPr algn="ctr">
              <a:defRPr sz="1500" b="0" i="1">
                <a:solidFill>
                  <a:srgbClr val="202734"/>
                </a:solidFill>
                <a:latin typeface="Comic Sans MS"/>
                <a:ea typeface="Comic Sans MS"/>
                <a:cs typeface="Comic Sans MS"/>
              </a:defRPr>
            </a:pPr>
            <a:r>
              <a:rPr sz="1500" b="0" i="1">
                <a:solidFill>
                  <a:srgbClr val="202734"/>
                </a:solidFill>
                <a:latin typeface="Comic Sans MS"/>
                <a:ea typeface="Comic Sans MS"/>
                <a:cs typeface="Comic Sans MS"/>
              </a:rPr>
              <a:t>(a) Errors and responsibility</a:t>
            </a:r>
          </a:p>
        </p:txBody>
      </p:sp>
      <p:pic>
        <p:nvPicPr>
          <p:cNvPr id="3" name="">
            <a:extLst xmlns:a="http://schemas.openxmlformats.org/drawingml/2006/main">
              <a:ext uri="{FF2B5EF4-FFF2-40B4-BE49-F238E27FC236}">
                <a16:creationId xmlns:a16="http://schemas.microsoft.com/office/drawing/2014/main" id="{472D0377-7ADF-4070-9ECB-B8ED5171720B}"/>
              </a:ext>
            </a:extLst>
          </p:cNvPr>
          <p:cNvPicPr>
            <a:picLocks xmlns:a="http://schemas.openxmlformats.org/drawingml/2006/main" noChangeAspect="1"/>
          </p:cNvPicPr>
          <p:nvPr/>
        </p:nvPicPr>
        <p:blipFill>
          <a:blip xmlns:r="http://schemas.openxmlformats.org/officeDocument/2006/relationships" xmlns:a="http://schemas.openxmlformats.org/drawingml/2006/main" r:embed="R519214a9225f4459"/>
          <a:srcRect xmlns:a="http://schemas.openxmlformats.org/drawingml/2006/main" l="24000" t="18000" r="24000" b="20000"/>
          <a:stretch xmlns:a="http://schemas.openxmlformats.org/drawingml/2006/main"/>
        </p:blipFill>
        <p:spPr>
          <a:xfrm xmlns:a="http://schemas.openxmlformats.org/drawingml/2006/main">
            <a:off x="190500" y="628650"/>
            <a:ext cx="504825" cy="619125"/>
          </a:xfrm>
          <a:prstGeom xmlns:a="http://schemas.openxmlformats.org/drawingml/2006/main" prst="rect">
            <a:avLst/>
          </a:prstGeom>
        </p:spPr>
      </p:pic>
      <p:sp>
        <p:nvSpPr>
          <p:cNvPr id="4" name="text-3">
            <a:extLst xmlns:a="http://schemas.openxmlformats.org/drawingml/2006/main">
              <a:ext uri="{FF2B5EF4-FFF2-40B4-BE49-F238E27FC236}">
                <a16:creationId xmlns:a16="http://schemas.microsoft.com/office/drawing/2014/main" id="{1BB67C07-D4B6-4E1B-80AC-3C2E5BCB7FFD}"/>
              </a:ext>
            </a:extLst>
          </p:cNvPr>
          <p:cNvSpPr>
            <a:spLocks xmlns:a="http://schemas.openxmlformats.org/drawingml/2006/main" noGrp="1"/>
          </p:cNvSpPr>
          <p:nvPr/>
        </p:nvSpPr>
        <p:spPr>
          <a:xfrm xmlns:a="http://schemas.openxmlformats.org/drawingml/2006/main">
            <a:off x="161925" y="124777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00" b="0">
                <a:solidFill>
                  <a:srgbClr val="202734"/>
                </a:solidFill>
                <a:latin typeface="Comic Sans MS"/>
                <a:ea typeface="Comic Sans MS"/>
                <a:cs typeface="Comic Sans MS"/>
              </a:defRPr>
            </a:defPPr>
          </a:lstStyle>
          <a:p xmlns:a="http://schemas.openxmlformats.org/drawingml/2006/main">
            <a:pPr algn="ctr">
              <a:defRPr sz="1200" b="0">
                <a:solidFill>
                  <a:srgbClr val="202734"/>
                </a:solidFill>
                <a:latin typeface="Comic Sans MS"/>
                <a:ea typeface="Comic Sans MS"/>
                <a:cs typeface="Comic Sans MS"/>
              </a:defRPr>
            </a:pPr>
            <a:r>
              <a:rPr sz="1200" b="0">
                <a:solidFill>
                  <a:srgbClr val="202734"/>
                </a:solidFill>
                <a:latin typeface="Comic Sans MS"/>
                <a:ea typeface="Comic Sans MS"/>
                <a:cs typeface="Comic Sans MS"/>
              </a:rPr>
              <a:t>Trace</a:t>
            </a:r>
          </a:p>
        </p:txBody>
      </p:sp>
      <p:cxnSp>
        <p:nvCxnSpPr>
          <p:cNvPr id="5" name="line-4">
            <a:extLst xmlns:a="http://schemas.openxmlformats.org/drawingml/2006/main">
              <a:ext uri="{FF2B5EF4-FFF2-40B4-BE49-F238E27FC236}">
                <a16:creationId xmlns:a16="http://schemas.microsoft.com/office/drawing/2014/main" id="{B51E1828-672A-4F01-86CA-65F9F52EA744}"/>
              </a:ext>
            </a:extLst>
          </p:cNvPr>
          <p:cNvCxnSpPr/>
          <p:nvPr/>
        </p:nvCxnSpPr>
        <p:spPr>
          <a:xfrm xmlns:a="http://schemas.openxmlformats.org/drawingml/2006/main" flipH="0" flipV="0">
            <a:off x="723900" y="933450"/>
            <a:ext cx="266700" cy="0"/>
          </a:xfrm>
          <a:prstGeom xmlns:a="http://schemas.openxmlformats.org/drawingml/2006/main" prst="straightConnector1">
            <a:avLst/>
          </a:prstGeom>
          <a:ln xmlns:a="http://schemas.openxmlformats.org/drawingml/2006/main" w="11906">
            <a:solidFill>
              <a:srgbClr val="202734"/>
            </a:solidFill>
            <a:prstDash val="solid"/>
            <a:tailEnd type="triangle" w="sm" len="sm"/>
          </a:ln>
        </p:spPr>
      </p:cxnSp>
      <p:cxnSp>
        <p:nvCxnSpPr>
          <p:cNvPr id="6" name="line-5">
            <a:extLst xmlns:a="http://schemas.openxmlformats.org/drawingml/2006/main">
              <a:ext uri="{FF2B5EF4-FFF2-40B4-BE49-F238E27FC236}">
                <a16:creationId xmlns:a16="http://schemas.microsoft.com/office/drawing/2014/main" id="{19B30261-CA18-4821-B951-D8D68946FBE2}"/>
              </a:ext>
            </a:extLst>
          </p:cNvPr>
          <p:cNvCxnSpPr/>
          <p:nvPr/>
        </p:nvCxnSpPr>
        <p:spPr>
          <a:xfrm xmlns:a="http://schemas.openxmlformats.org/drawingml/2006/main" flipH="0" flipV="1">
            <a:off x="1342339" y="873404"/>
            <a:ext cx="515722" cy="43891"/>
          </a:xfrm>
          <a:prstGeom xmlns:a="http://schemas.openxmlformats.org/drawingml/2006/main" prst="straightConnector1">
            <a:avLst/>
          </a:prstGeom>
          <a:ln xmlns:a="http://schemas.openxmlformats.org/drawingml/2006/main" w="11906">
            <a:solidFill>
              <a:srgbClr val="A6B7CC"/>
            </a:solidFill>
            <a:prstDash val="solid"/>
            <a:tailEnd type="triangle" w="sm" len="sm"/>
          </a:ln>
        </p:spPr>
      </p:cxnSp>
      <p:cxnSp>
        <p:nvCxnSpPr>
          <p:cNvPr id="7" name="line-6">
            <a:extLst xmlns:a="http://schemas.openxmlformats.org/drawingml/2006/main">
              <a:ext uri="{FF2B5EF4-FFF2-40B4-BE49-F238E27FC236}">
                <a16:creationId xmlns:a16="http://schemas.microsoft.com/office/drawing/2014/main" id="{D36E88BA-4694-4C70-845E-D7DBE8FB4CCB}"/>
              </a:ext>
            </a:extLst>
          </p:cNvPr>
          <p:cNvCxnSpPr/>
          <p:nvPr/>
        </p:nvCxnSpPr>
        <p:spPr>
          <a:xfrm xmlns:a="http://schemas.openxmlformats.org/drawingml/2006/main" flipH="0" flipV="0">
            <a:off x="1336166" y="984109"/>
            <a:ext cx="1290069" cy="355881"/>
          </a:xfrm>
          <a:prstGeom xmlns:a="http://schemas.openxmlformats.org/drawingml/2006/main" prst="straightConnector1">
            <a:avLst/>
          </a:prstGeom>
          <a:ln xmlns:a="http://schemas.openxmlformats.org/drawingml/2006/main" w="11906">
            <a:solidFill>
              <a:srgbClr val="A6B7CC"/>
            </a:solidFill>
            <a:prstDash val="solid"/>
            <a:tailEnd type="triangle" w="sm" len="sm"/>
          </a:ln>
        </p:spPr>
      </p:cxnSp>
      <p:cxnSp>
        <p:nvCxnSpPr>
          <p:cNvPr id="8" name="line-7">
            <a:extLst xmlns:a="http://schemas.openxmlformats.org/drawingml/2006/main">
              <a:ext uri="{FF2B5EF4-FFF2-40B4-BE49-F238E27FC236}">
                <a16:creationId xmlns:a16="http://schemas.microsoft.com/office/drawing/2014/main" id="{B618C3D4-5B61-4DE6-8965-83D795005C76}"/>
              </a:ext>
            </a:extLst>
          </p:cNvPr>
          <p:cNvCxnSpPr/>
          <p:nvPr/>
        </p:nvCxnSpPr>
        <p:spPr>
          <a:xfrm xmlns:a="http://schemas.openxmlformats.org/drawingml/2006/main" flipH="0" flipV="0">
            <a:off x="1209552" y="1074778"/>
            <a:ext cx="105021" cy="260269"/>
          </a:xfrm>
          <a:prstGeom xmlns:a="http://schemas.openxmlformats.org/drawingml/2006/main" prst="straightConnector1">
            <a:avLst/>
          </a:prstGeom>
          <a:ln xmlns:a="http://schemas.openxmlformats.org/drawingml/2006/main" w="11906">
            <a:solidFill>
              <a:srgbClr val="A6B7CC"/>
            </a:solidFill>
            <a:prstDash val="dash"/>
            <a:tailEnd type="triangle" w="sm" len="sm"/>
          </a:ln>
        </p:spPr>
      </p:cxnSp>
      <p:cxnSp>
        <p:nvCxnSpPr>
          <p:cNvPr id="9" name="line-8">
            <a:extLst xmlns:a="http://schemas.openxmlformats.org/drawingml/2006/main">
              <a:ext uri="{FF2B5EF4-FFF2-40B4-BE49-F238E27FC236}">
                <a16:creationId xmlns:a16="http://schemas.microsoft.com/office/drawing/2014/main" id="{279A98A5-8C1B-468F-B4B4-5B0CEFA3358A}"/>
              </a:ext>
            </a:extLst>
          </p:cNvPr>
          <p:cNvCxnSpPr/>
          <p:nvPr/>
        </p:nvCxnSpPr>
        <p:spPr>
          <a:xfrm xmlns:a="http://schemas.openxmlformats.org/drawingml/2006/main" flipH="0" flipV="0">
            <a:off x="2238375" y="857250"/>
            <a:ext cx="904875" cy="0"/>
          </a:xfrm>
          <a:prstGeom xmlns:a="http://schemas.openxmlformats.org/drawingml/2006/main" prst="straightConnector1">
            <a:avLst/>
          </a:prstGeom>
          <a:ln xmlns:a="http://schemas.openxmlformats.org/drawingml/2006/main" w="11906">
            <a:solidFill>
              <a:srgbClr val="CC646A"/>
            </a:solidFill>
            <a:prstDash val="solid"/>
            <a:tailEnd type="triangle" w="sm" len="sm"/>
          </a:ln>
        </p:spPr>
      </p:cxnSp>
      <p:cxnSp>
        <p:nvCxnSpPr>
          <p:cNvPr id="10" name="line-9">
            <a:extLst xmlns:a="http://schemas.openxmlformats.org/drawingml/2006/main">
              <a:ext uri="{FF2B5EF4-FFF2-40B4-BE49-F238E27FC236}">
                <a16:creationId xmlns:a16="http://schemas.microsoft.com/office/drawing/2014/main" id="{956CDFF6-C810-471D-AECC-A456C302D744}"/>
              </a:ext>
            </a:extLst>
          </p:cNvPr>
          <p:cNvCxnSpPr/>
          <p:nvPr/>
        </p:nvCxnSpPr>
        <p:spPr>
          <a:xfrm xmlns:a="http://schemas.openxmlformats.org/drawingml/2006/main" flipH="0" flipV="0">
            <a:off x="3522388" y="883819"/>
            <a:ext cx="975274" cy="137362"/>
          </a:xfrm>
          <a:prstGeom xmlns:a="http://schemas.openxmlformats.org/drawingml/2006/main" prst="straightConnector1">
            <a:avLst/>
          </a:prstGeom>
          <a:ln xmlns:a="http://schemas.openxmlformats.org/drawingml/2006/main" w="11906">
            <a:solidFill>
              <a:srgbClr val="CC646A"/>
            </a:solidFill>
            <a:prstDash val="solid"/>
            <a:tailEnd type="triangle" w="sm" len="sm"/>
          </a:ln>
        </p:spPr>
      </p:cxnSp>
      <p:cxnSp>
        <p:nvCxnSpPr>
          <p:cNvPr id="11" name="line-10">
            <a:extLst xmlns:a="http://schemas.openxmlformats.org/drawingml/2006/main">
              <a:ext uri="{FF2B5EF4-FFF2-40B4-BE49-F238E27FC236}">
                <a16:creationId xmlns:a16="http://schemas.microsoft.com/office/drawing/2014/main" id="{3B0B8EEC-027C-4C9A-84CA-CB96FB6350A6}"/>
              </a:ext>
            </a:extLst>
          </p:cNvPr>
          <p:cNvCxnSpPr/>
          <p:nvPr/>
        </p:nvCxnSpPr>
        <p:spPr>
          <a:xfrm xmlns:a="http://schemas.openxmlformats.org/drawingml/2006/main" flipH="0" flipV="1">
            <a:off x="2997272" y="1081995"/>
            <a:ext cx="1501632" cy="274410"/>
          </a:xfrm>
          <a:prstGeom xmlns:a="http://schemas.openxmlformats.org/drawingml/2006/main" prst="straightConnector1">
            <a:avLst/>
          </a:prstGeom>
          <a:ln xmlns:a="http://schemas.openxmlformats.org/drawingml/2006/main" w="11906">
            <a:solidFill>
              <a:srgbClr val="9A83BA"/>
            </a:solidFill>
            <a:prstDash val="solid"/>
            <a:tailEnd type="triangle" w="sm" len="sm"/>
          </a:ln>
        </p:spPr>
      </p:cxnSp>
      <p:sp>
        <p:nvSpPr>
          <p:cNvPr id="12" name="node-11">
            <a:extLst xmlns:a="http://schemas.openxmlformats.org/drawingml/2006/main">
              <a:ext uri="{FF2B5EF4-FFF2-40B4-BE49-F238E27FC236}">
                <a16:creationId xmlns:a16="http://schemas.microsoft.com/office/drawing/2014/main" id="{D706D479-41F3-4279-AA35-7EEEC85653EC}"/>
              </a:ext>
            </a:extLst>
          </p:cNvPr>
          <p:cNvSpPr>
            <a:spLocks xmlns:a="http://schemas.openxmlformats.org/drawingml/2006/main" noGrp="1"/>
          </p:cNvSpPr>
          <p:nvPr/>
        </p:nvSpPr>
        <p:spPr>
          <a:xfrm xmlns:a="http://schemas.openxmlformats.org/drawingml/2006/main">
            <a:off x="1009650" y="790575"/>
            <a:ext cx="285750" cy="285750"/>
          </a:xfrm>
          <a:prstGeom xmlns:a="http://schemas.openxmlformats.org/drawingml/2006/main" prst="ellipse">
            <a:avLst/>
          </a:prstGeom>
          <a:solidFill xmlns:a="http://schemas.openxmlformats.org/drawingml/2006/main">
            <a:srgbClr val="9DBDDD"/>
          </a:solidFill>
          <a:ln xmlns:a="http://schemas.openxmlformats.org/drawingml/2006/main" w="10478">
            <a:solidFill>
              <a:srgbClr val="202734"/>
            </a:solidFill>
          </a:ln>
        </p:spPr>
        <p:txBody>
          <a:bodyPr xmlns:a="http://schemas.openxmlformats.org/drawingml/2006/main" wrap="none" lIns="0" tIns="0" rIns="0" bIns="0" anchor="ctr">
            <a:noAutofit/>
          </a:bodyPr>
          <a:lstStyle xmlns:a="http://schemas.openxmlformats.org/drawingml/2006/main">
            <a:defPPr algn="ctr">
              <a:defRPr sz="1200">
                <a:solidFill>
                  <a:srgbClr val="202734"/>
                </a:solidFill>
                <a:latin typeface="Comic Sans MS"/>
                <a:ea typeface="Comic Sans MS"/>
                <a:cs typeface="Comic Sans MS"/>
              </a:defRPr>
            </a:defPPr>
          </a:lstStyle>
          <a:p xmlns:a="http://schemas.openxmlformats.org/drawingml/2006/main">
            <a:pPr algn="ctr">
              <a:defRPr sz="1200">
                <a:solidFill>
                  <a:srgbClr val="202734"/>
                </a:solidFill>
                <a:latin typeface="Comic Sans MS"/>
                <a:ea typeface="Comic Sans MS"/>
                <a:cs typeface="Comic Sans MS"/>
              </a:defRPr>
            </a:pPr>
            <a:r>
              <a:rPr sz="1200">
                <a:solidFill>
                  <a:srgbClr val="202734"/>
                </a:solidFill>
                <a:latin typeface="Comic Sans MS"/>
                <a:ea typeface="Comic Sans MS"/>
                <a:cs typeface="Comic Sans MS"/>
              </a:rPr>
              <a:t>o</a:t>
            </a:r>
          </a:p>
        </p:txBody>
      </p:sp>
      <p:sp>
        <p:nvSpPr>
          <p:cNvPr id="13" name="node-12">
            <a:extLst xmlns:a="http://schemas.openxmlformats.org/drawingml/2006/main">
              <a:ext uri="{FF2B5EF4-FFF2-40B4-BE49-F238E27FC236}">
                <a16:creationId xmlns:a16="http://schemas.microsoft.com/office/drawing/2014/main" id="{90B15F7E-752F-4DC2-9D15-793E66DC5DAC}"/>
              </a:ext>
            </a:extLst>
          </p:cNvPr>
          <p:cNvSpPr>
            <a:spLocks xmlns:a="http://schemas.openxmlformats.org/drawingml/2006/main" noGrp="1"/>
          </p:cNvSpPr>
          <p:nvPr/>
        </p:nvSpPr>
        <p:spPr>
          <a:xfrm xmlns:a="http://schemas.openxmlformats.org/drawingml/2006/main">
            <a:off x="1885950" y="695325"/>
            <a:ext cx="323850" cy="323850"/>
          </a:xfrm>
          <a:prstGeom xmlns:a="http://schemas.openxmlformats.org/drawingml/2006/main" prst="ellipse">
            <a:avLst/>
          </a:prstGeom>
          <a:solidFill xmlns:a="http://schemas.openxmlformats.org/drawingml/2006/main">
            <a:srgbClr val="F6D7D8"/>
          </a:solidFill>
          <a:ln xmlns:a="http://schemas.openxmlformats.org/drawingml/2006/main" w="10478">
            <a:solidFill>
              <a:srgbClr val="202734"/>
            </a:solidFill>
          </a:ln>
        </p:spPr>
        <p:txBody>
          <a:bodyPr xmlns:a="http://schemas.openxmlformats.org/drawingml/2006/main" wrap="none" lIns="0" tIns="0" rIns="0" bIns="0" anchor="ctr">
            <a:noAutofit/>
          </a:bodyPr>
          <a:lstStyle xmlns:a="http://schemas.openxmlformats.org/drawingml/2006/main">
            <a:defPPr algn="ctr">
              <a:defRPr sz="1200">
                <a:solidFill>
                  <a:srgbClr val="202734"/>
                </a:solidFill>
                <a:latin typeface="Comic Sans MS"/>
                <a:ea typeface="Comic Sans MS"/>
                <a:cs typeface="Comic Sans MS"/>
              </a:defRPr>
            </a:defPPr>
          </a:lstStyle>
          <a:p xmlns:a="http://schemas.openxmlformats.org/drawingml/2006/main">
            <a:pPr algn="ctr">
              <a:defRPr sz="1200">
                <a:solidFill>
                  <a:srgbClr val="202734"/>
                </a:solidFill>
                <a:latin typeface="Comic Sans MS"/>
                <a:ea typeface="Comic Sans MS"/>
                <a:cs typeface="Comic Sans MS"/>
              </a:defRPr>
            </a:pPr>
            <a:r>
              <a:rPr sz="1200">
                <a:solidFill>
                  <a:srgbClr val="202734"/>
                </a:solidFill>
                <a:latin typeface="Comic Sans MS"/>
                <a:ea typeface="Comic Sans MS"/>
                <a:cs typeface="Comic Sans MS"/>
              </a:rPr>
              <a:t>E1</a:t>
            </a:r>
          </a:p>
        </p:txBody>
      </p:sp>
      <p:sp>
        <p:nvSpPr>
          <p:cNvPr id="14" name="node-13">
            <a:extLst xmlns:a="http://schemas.openxmlformats.org/drawingml/2006/main">
              <a:ext uri="{FF2B5EF4-FFF2-40B4-BE49-F238E27FC236}">
                <a16:creationId xmlns:a16="http://schemas.microsoft.com/office/drawing/2014/main" id="{9BAA489A-D077-4C91-9F95-36800EBD0D3E}"/>
              </a:ext>
            </a:extLst>
          </p:cNvPr>
          <p:cNvSpPr>
            <a:spLocks xmlns:a="http://schemas.openxmlformats.org/drawingml/2006/main" noGrp="1"/>
          </p:cNvSpPr>
          <p:nvPr/>
        </p:nvSpPr>
        <p:spPr>
          <a:xfrm xmlns:a="http://schemas.openxmlformats.org/drawingml/2006/main">
            <a:off x="3171825" y="695325"/>
            <a:ext cx="323850" cy="323850"/>
          </a:xfrm>
          <a:prstGeom xmlns:a="http://schemas.openxmlformats.org/drawingml/2006/main" prst="ellipse">
            <a:avLst/>
          </a:prstGeom>
          <a:solidFill xmlns:a="http://schemas.openxmlformats.org/drawingml/2006/main">
            <a:srgbClr val="F5D88F"/>
          </a:solidFill>
          <a:ln xmlns:a="http://schemas.openxmlformats.org/drawingml/2006/main" w="10478">
            <a:solidFill>
              <a:srgbClr val="202734"/>
            </a:solidFill>
          </a:ln>
        </p:spPr>
        <p:txBody>
          <a:bodyPr xmlns:a="http://schemas.openxmlformats.org/drawingml/2006/main" wrap="none" lIns="0" tIns="0" rIns="0" bIns="0" anchor="ctr">
            <a:noAutofit/>
          </a:bodyPr>
          <a:lstStyle xmlns:a="http://schemas.openxmlformats.org/drawingml/2006/main">
            <a:defPPr algn="ctr">
              <a:defRPr sz="1200">
                <a:solidFill>
                  <a:srgbClr val="202734"/>
                </a:solidFill>
                <a:latin typeface="Comic Sans MS"/>
                <a:ea typeface="Comic Sans MS"/>
                <a:cs typeface="Comic Sans MS"/>
              </a:defRPr>
            </a:defPPr>
          </a:lstStyle>
          <a:p xmlns:a="http://schemas.openxmlformats.org/drawingml/2006/main">
            <a:pPr algn="ctr">
              <a:defRPr sz="1200">
                <a:solidFill>
                  <a:srgbClr val="202734"/>
                </a:solidFill>
                <a:latin typeface="Comic Sans MS"/>
                <a:ea typeface="Comic Sans MS"/>
                <a:cs typeface="Comic Sans MS"/>
              </a:defRPr>
            </a:pPr>
            <a:r>
              <a:rPr sz="1200">
                <a:solidFill>
                  <a:srgbClr val="202734"/>
                </a:solidFill>
                <a:latin typeface="Comic Sans MS"/>
                <a:ea typeface="Comic Sans MS"/>
                <a:cs typeface="Comic Sans MS"/>
              </a:rPr>
              <a:t>E2</a:t>
            </a:r>
          </a:p>
        </p:txBody>
      </p:sp>
      <p:sp>
        <p:nvSpPr>
          <p:cNvPr id="15" name="node-14">
            <a:extLst xmlns:a="http://schemas.openxmlformats.org/drawingml/2006/main">
              <a:ext uri="{FF2B5EF4-FFF2-40B4-BE49-F238E27FC236}">
                <a16:creationId xmlns:a16="http://schemas.microsoft.com/office/drawing/2014/main" id="{B8A7AC49-E7F5-47FA-BF04-6B1BD8E5239B}"/>
              </a:ext>
            </a:extLst>
          </p:cNvPr>
          <p:cNvSpPr>
            <a:spLocks xmlns:a="http://schemas.openxmlformats.org/drawingml/2006/main" noGrp="1"/>
          </p:cNvSpPr>
          <p:nvPr/>
        </p:nvSpPr>
        <p:spPr>
          <a:xfrm xmlns:a="http://schemas.openxmlformats.org/drawingml/2006/main">
            <a:off x="2647950" y="1228725"/>
            <a:ext cx="323850" cy="323850"/>
          </a:xfrm>
          <a:prstGeom xmlns:a="http://schemas.openxmlformats.org/drawingml/2006/main" prst="ellipse">
            <a:avLst/>
          </a:prstGeom>
          <a:solidFill xmlns:a="http://schemas.openxmlformats.org/drawingml/2006/main">
            <a:srgbClr val="C6B4DF"/>
          </a:solidFill>
          <a:ln xmlns:a="http://schemas.openxmlformats.org/drawingml/2006/main" w="10478">
            <a:solidFill>
              <a:srgbClr val="202734"/>
            </a:solidFill>
          </a:ln>
        </p:spPr>
        <p:txBody>
          <a:bodyPr xmlns:a="http://schemas.openxmlformats.org/drawingml/2006/main" wrap="none" lIns="0" tIns="0" rIns="0" bIns="0" anchor="ctr">
            <a:noAutofit/>
          </a:bodyPr>
          <a:lstStyle xmlns:a="http://schemas.openxmlformats.org/drawingml/2006/main">
            <a:defPPr algn="ctr">
              <a:defRPr sz="1200">
                <a:solidFill>
                  <a:srgbClr val="202734"/>
                </a:solidFill>
                <a:latin typeface="Comic Sans MS"/>
                <a:ea typeface="Comic Sans MS"/>
                <a:cs typeface="Comic Sans MS"/>
              </a:defRPr>
            </a:defPPr>
          </a:lstStyle>
          <a:p xmlns:a="http://schemas.openxmlformats.org/drawingml/2006/main">
            <a:pPr algn="ctr">
              <a:defRPr sz="1200">
                <a:solidFill>
                  <a:srgbClr val="202734"/>
                </a:solidFill>
                <a:latin typeface="Comic Sans MS"/>
                <a:ea typeface="Comic Sans MS"/>
                <a:cs typeface="Comic Sans MS"/>
              </a:defRPr>
            </a:pPr>
            <a:r>
              <a:rPr sz="1200">
                <a:solidFill>
                  <a:srgbClr val="202734"/>
                </a:solidFill>
                <a:latin typeface="Comic Sans MS"/>
                <a:ea typeface="Comic Sans MS"/>
                <a:cs typeface="Comic Sans MS"/>
              </a:rPr>
              <a:t>E3</a:t>
            </a:r>
          </a:p>
        </p:txBody>
      </p:sp>
      <p:sp>
        <p:nvSpPr>
          <p:cNvPr id="16" name="node-15">
            <a:extLst xmlns:a="http://schemas.openxmlformats.org/drawingml/2006/main">
              <a:ext uri="{FF2B5EF4-FFF2-40B4-BE49-F238E27FC236}">
                <a16:creationId xmlns:a16="http://schemas.microsoft.com/office/drawing/2014/main" id="{31D97944-614D-4A8A-B040-B446B8DC5B76}"/>
              </a:ext>
            </a:extLst>
          </p:cNvPr>
          <p:cNvSpPr>
            <a:spLocks xmlns:a="http://schemas.openxmlformats.org/drawingml/2006/main" noGrp="1"/>
          </p:cNvSpPr>
          <p:nvPr/>
        </p:nvSpPr>
        <p:spPr>
          <a:xfrm xmlns:a="http://schemas.openxmlformats.org/drawingml/2006/main">
            <a:off x="4524375" y="885825"/>
            <a:ext cx="323850" cy="323850"/>
          </a:xfrm>
          <a:prstGeom xmlns:a="http://schemas.openxmlformats.org/drawingml/2006/main" prst="ellipse">
            <a:avLst/>
          </a:prstGeom>
          <a:solidFill xmlns:a="http://schemas.openxmlformats.org/drawingml/2006/main">
            <a:srgbClr val="F6D7D8"/>
          </a:solidFill>
          <a:ln xmlns:a="http://schemas.openxmlformats.org/drawingml/2006/main" w="10478">
            <a:solidFill>
              <a:srgbClr val="202734"/>
            </a:solidFill>
          </a:ln>
        </p:spPr>
        <p:txBody>
          <a:bodyPr xmlns:a="http://schemas.openxmlformats.org/drawingml/2006/main" wrap="none" lIns="0" tIns="0" rIns="0" bIns="0" anchor="ctr">
            <a:noAutofit/>
          </a:bodyPr>
          <a:lstStyle xmlns:a="http://schemas.openxmlformats.org/drawingml/2006/main">
            <a:defPPr algn="ctr">
              <a:defRPr sz="1200">
                <a:solidFill>
                  <a:srgbClr val="202734"/>
                </a:solidFill>
                <a:latin typeface="Comic Sans MS"/>
                <a:ea typeface="Comic Sans MS"/>
                <a:cs typeface="Comic Sans MS"/>
              </a:defRPr>
            </a:defPPr>
          </a:lstStyle>
          <a:p xmlns:a="http://schemas.openxmlformats.org/drawingml/2006/main">
            <a:pPr algn="ctr">
              <a:defRPr sz="1200">
                <a:solidFill>
                  <a:srgbClr val="202734"/>
                </a:solidFill>
                <a:latin typeface="Comic Sans MS"/>
                <a:ea typeface="Comic Sans MS"/>
                <a:cs typeface="Comic Sans MS"/>
              </a:defRPr>
            </a:pPr>
            <a:r>
              <a:rPr sz="1200">
                <a:solidFill>
                  <a:srgbClr val="202734"/>
                </a:solidFill>
                <a:latin typeface="Comic Sans MS"/>
                <a:ea typeface="Comic Sans MS"/>
                <a:cs typeface="Comic Sans MS"/>
              </a:rPr>
              <a:t>F</a:t>
            </a:r>
          </a:p>
        </p:txBody>
      </p:sp>
      <p:sp>
        <p:nvSpPr>
          <p:cNvPr id="17" name="node-16">
            <a:extLst xmlns:a="http://schemas.openxmlformats.org/drawingml/2006/main">
              <a:ext uri="{FF2B5EF4-FFF2-40B4-BE49-F238E27FC236}">
                <a16:creationId xmlns:a16="http://schemas.microsoft.com/office/drawing/2014/main" id="{EA5C4CD6-0290-4505-BD37-389E5CA6B1A9}"/>
              </a:ext>
            </a:extLst>
          </p:cNvPr>
          <p:cNvSpPr>
            <a:spLocks xmlns:a="http://schemas.openxmlformats.org/drawingml/2006/main" noGrp="1"/>
          </p:cNvSpPr>
          <p:nvPr/>
        </p:nvSpPr>
        <p:spPr>
          <a:xfrm xmlns:a="http://schemas.openxmlformats.org/drawingml/2006/main">
            <a:off x="1819275" y="628650"/>
            <a:ext cx="457200" cy="457200"/>
          </a:xfrm>
          <a:prstGeom xmlns:a="http://schemas.openxmlformats.org/drawingml/2006/main" prst="ellipse">
            <a:avLst/>
          </a:prstGeom>
          <a:noFill xmlns:a="http://schemas.openxmlformats.org/drawingml/2006/main"/>
          <a:ln xmlns:a="http://schemas.openxmlformats.org/drawingml/2006/main" w="10478">
            <a:solidFill>
              <a:srgbClr val="E8B950"/>
            </a:solidFill>
          </a:ln>
        </p:spPr>
      </p:sp>
      <p:sp>
        <p:nvSpPr>
          <p:cNvPr id="18" name="line-17">
            <a:extLst xmlns:a="http://schemas.openxmlformats.org/drawingml/2006/main">
              <a:ext uri="{FF2B5EF4-FFF2-40B4-BE49-F238E27FC236}">
                <a16:creationId xmlns:a16="http://schemas.microsoft.com/office/drawing/2014/main" id="{D907FBEA-24CC-4171-9DFC-B4A063E7658F}"/>
              </a:ext>
            </a:extLst>
          </p:cNvPr>
          <p:cNvSpPr>
            <a:spLocks xmlns:a="http://schemas.openxmlformats.org/drawingml/2006/main" noGrp="1"/>
          </p:cNvSpPr>
          <p:nvPr/>
        </p:nvSpPr>
        <p:spPr>
          <a:xfrm xmlns:a="http://schemas.openxmlformats.org/drawingml/2006/main" flipH="1" flipV="0">
            <a:off x="1752600" y="1028700"/>
            <a:ext cx="123825" cy="123825"/>
          </a:xfrm>
          <a:prstGeom xmlns:a="http://schemas.openxmlformats.org/drawingml/2006/main" prst="line">
            <a:avLst/>
          </a:prstGeom>
          <a:ln xmlns:a="http://schemas.openxmlformats.org/drawingml/2006/main" w="25718">
            <a:solidFill>
              <a:srgbClr val="E8B950"/>
            </a:solidFill>
            <a:prstDash val="solid"/>
          </a:ln>
        </p:spPr>
      </p:sp>
      <p:sp>
        <p:nvSpPr>
          <p:cNvPr id="19" name="node-18">
            <a:extLst xmlns:a="http://schemas.openxmlformats.org/drawingml/2006/main">
              <a:ext uri="{FF2B5EF4-FFF2-40B4-BE49-F238E27FC236}">
                <a16:creationId xmlns:a16="http://schemas.microsoft.com/office/drawing/2014/main" id="{9D12CDFF-7EF0-490B-882D-4E0FEECD15C4}"/>
              </a:ext>
            </a:extLst>
          </p:cNvPr>
          <p:cNvSpPr>
            <a:spLocks xmlns:a="http://schemas.openxmlformats.org/drawingml/2006/main" noGrp="1"/>
          </p:cNvSpPr>
          <p:nvPr/>
        </p:nvSpPr>
        <p:spPr>
          <a:xfrm xmlns:a="http://schemas.openxmlformats.org/drawingml/2006/main">
            <a:off x="2581275" y="1162050"/>
            <a:ext cx="457200" cy="457200"/>
          </a:xfrm>
          <a:prstGeom xmlns:a="http://schemas.openxmlformats.org/drawingml/2006/main" prst="ellipse">
            <a:avLst/>
          </a:prstGeom>
          <a:noFill xmlns:a="http://schemas.openxmlformats.org/drawingml/2006/main"/>
          <a:ln xmlns:a="http://schemas.openxmlformats.org/drawingml/2006/main" w="10478">
            <a:solidFill>
              <a:srgbClr val="E8B950"/>
            </a:solidFill>
          </a:ln>
        </p:spPr>
      </p:sp>
      <p:sp>
        <p:nvSpPr>
          <p:cNvPr id="20" name="line-19">
            <a:extLst xmlns:a="http://schemas.openxmlformats.org/drawingml/2006/main">
              <a:ext uri="{FF2B5EF4-FFF2-40B4-BE49-F238E27FC236}">
                <a16:creationId xmlns:a16="http://schemas.microsoft.com/office/drawing/2014/main" id="{7EC5F037-F3C3-468D-BBA3-70595DFE8028}"/>
              </a:ext>
            </a:extLst>
          </p:cNvPr>
          <p:cNvSpPr>
            <a:spLocks xmlns:a="http://schemas.openxmlformats.org/drawingml/2006/main" noGrp="1"/>
          </p:cNvSpPr>
          <p:nvPr/>
        </p:nvSpPr>
        <p:spPr>
          <a:xfrm xmlns:a="http://schemas.openxmlformats.org/drawingml/2006/main" flipH="1" flipV="0">
            <a:off x="2514600" y="1562100"/>
            <a:ext cx="123825" cy="123825"/>
          </a:xfrm>
          <a:prstGeom xmlns:a="http://schemas.openxmlformats.org/drawingml/2006/main" prst="line">
            <a:avLst/>
          </a:prstGeom>
          <a:ln xmlns:a="http://schemas.openxmlformats.org/drawingml/2006/main" w="25718">
            <a:solidFill>
              <a:srgbClr val="E8B950"/>
            </a:solidFill>
            <a:prstDash val="solid"/>
          </a:ln>
        </p:spPr>
      </p:sp>
      <p:sp>
        <p:nvSpPr>
          <p:cNvPr id="21" name="node-20">
            <a:extLst xmlns:a="http://schemas.openxmlformats.org/drawingml/2006/main">
              <a:ext uri="{FF2B5EF4-FFF2-40B4-BE49-F238E27FC236}">
                <a16:creationId xmlns:a16="http://schemas.microsoft.com/office/drawing/2014/main" id="{905B84A0-C6BE-467D-A793-00F793CEDB40}"/>
              </a:ext>
            </a:extLst>
          </p:cNvPr>
          <p:cNvSpPr>
            <a:spLocks xmlns:a="http://schemas.openxmlformats.org/drawingml/2006/main" noGrp="1"/>
          </p:cNvSpPr>
          <p:nvPr/>
        </p:nvSpPr>
        <p:spPr>
          <a:xfrm xmlns:a="http://schemas.openxmlformats.org/drawingml/2006/main">
            <a:off x="1238250" y="1343025"/>
            <a:ext cx="266700" cy="266700"/>
          </a:xfrm>
          <a:prstGeom xmlns:a="http://schemas.openxmlformats.org/drawingml/2006/main" prst="ellipse">
            <a:avLst/>
          </a:prstGeom>
          <a:solidFill xmlns:a="http://schemas.openxmlformats.org/drawingml/2006/main">
            <a:srgbClr val="E3E6EA"/>
          </a:solidFill>
          <a:ln xmlns:a="http://schemas.openxmlformats.org/drawingml/2006/main" w="10478">
            <a:solidFill>
              <a:srgbClr val="202734"/>
            </a:solidFill>
          </a:ln>
        </p:spPr>
        <p:txBody>
          <a:bodyPr xmlns:a="http://schemas.openxmlformats.org/drawingml/2006/main" wrap="none" lIns="0" tIns="0" rIns="0" bIns="0" anchor="ctr">
            <a:noAutofit/>
          </a:bodyPr>
          <a:lstStyle xmlns:a="http://schemas.openxmlformats.org/drawingml/2006/main">
            <a:defPPr algn="ctr">
              <a:defRPr sz="1200">
                <a:solidFill>
                  <a:srgbClr val="202734"/>
                </a:solidFill>
                <a:latin typeface="Comic Sans MS"/>
                <a:ea typeface="Comic Sans MS"/>
                <a:cs typeface="Comic Sans MS"/>
              </a:defRPr>
            </a:defPPr>
          </a:lstStyle>
          <a:p xmlns:a="http://schemas.openxmlformats.org/drawingml/2006/main">
            <a:pPr algn="ctr">
              <a:defRPr sz="1200">
                <a:solidFill>
                  <a:srgbClr val="202734"/>
                </a:solidFill>
                <a:latin typeface="Comic Sans MS"/>
                <a:ea typeface="Comic Sans MS"/>
                <a:cs typeface="Comic Sans MS"/>
              </a:defRPr>
            </a:pPr>
            <a:r>
              <a:rPr sz="1200">
                <a:solidFill>
                  <a:srgbClr val="202734"/>
                </a:solidFill>
                <a:latin typeface="Comic Sans MS"/>
                <a:ea typeface="Comic Sans MS"/>
                <a:cs typeface="Comic Sans MS"/>
              </a:rPr>
              <a:t>E4</a:t>
            </a:r>
          </a:p>
        </p:txBody>
      </p:sp>
      <p:sp>
        <p:nvSpPr>
          <p:cNvPr id="22" name="node-21">
            <a:extLst xmlns:a="http://schemas.openxmlformats.org/drawingml/2006/main">
              <a:ext uri="{FF2B5EF4-FFF2-40B4-BE49-F238E27FC236}">
                <a16:creationId xmlns:a16="http://schemas.microsoft.com/office/drawing/2014/main" id="{898BCE80-1224-4EE7-B790-6326E28C3FE8}"/>
              </a:ext>
            </a:extLst>
          </p:cNvPr>
          <p:cNvSpPr>
            <a:spLocks xmlns:a="http://schemas.openxmlformats.org/drawingml/2006/main" noGrp="1"/>
          </p:cNvSpPr>
          <p:nvPr/>
        </p:nvSpPr>
        <p:spPr>
          <a:xfrm xmlns:a="http://schemas.openxmlformats.org/drawingml/2006/main">
            <a:off x="3762375" y="1304925"/>
            <a:ext cx="266700" cy="266700"/>
          </a:xfrm>
          <a:prstGeom xmlns:a="http://schemas.openxmlformats.org/drawingml/2006/main" prst="ellipse">
            <a:avLst/>
          </a:prstGeom>
          <a:solidFill xmlns:a="http://schemas.openxmlformats.org/drawingml/2006/main">
            <a:srgbClr val="BDDBB2"/>
          </a:solidFill>
          <a:ln xmlns:a="http://schemas.openxmlformats.org/drawingml/2006/main" w="10478">
            <a:solidFill>
              <a:srgbClr val="202734"/>
            </a:solidFill>
          </a:ln>
        </p:spPr>
        <p:txBody>
          <a:bodyPr xmlns:a="http://schemas.openxmlformats.org/drawingml/2006/main" wrap="none" lIns="0" tIns="0" rIns="0" bIns="0" anchor="ctr">
            <a:noAutofit/>
          </a:bodyPr>
          <a:lstStyle xmlns:a="http://schemas.openxmlformats.org/drawingml/2006/main">
            <a:defPPr algn="ctr">
              <a:defRPr sz="1200">
                <a:solidFill>
                  <a:srgbClr val="202734"/>
                </a:solidFill>
                <a:latin typeface="Comic Sans MS"/>
                <a:ea typeface="Comic Sans MS"/>
                <a:cs typeface="Comic Sans MS"/>
              </a:defRPr>
            </a:defPPr>
          </a:lstStyle>
          <a:p xmlns:a="http://schemas.openxmlformats.org/drawingml/2006/main">
            <a:pPr algn="ctr">
              <a:defRPr sz="1200">
                <a:solidFill>
                  <a:srgbClr val="202734"/>
                </a:solidFill>
                <a:latin typeface="Comic Sans MS"/>
                <a:ea typeface="Comic Sans MS"/>
                <a:cs typeface="Comic Sans MS"/>
              </a:defRPr>
            </a:pPr>
            <a:r>
              <a:rPr sz="1200">
                <a:solidFill>
                  <a:srgbClr val="202734"/>
                </a:solidFill>
                <a:latin typeface="Comic Sans MS"/>
                <a:ea typeface="Comic Sans MS"/>
                <a:cs typeface="Comic Sans MS"/>
              </a:rPr>
              <a:t>E5</a:t>
            </a:r>
          </a:p>
        </p:txBody>
      </p:sp>
      <p:sp>
        <p:nvSpPr>
          <p:cNvPr id="23" name="text-22">
            <a:extLst xmlns:a="http://schemas.openxmlformats.org/drawingml/2006/main">
              <a:ext uri="{FF2B5EF4-FFF2-40B4-BE49-F238E27FC236}">
                <a16:creationId xmlns:a16="http://schemas.microsoft.com/office/drawing/2014/main" id="{13368561-D93C-4495-BA34-0B64D09C4A52}"/>
              </a:ext>
            </a:extLst>
          </p:cNvPr>
          <p:cNvSpPr>
            <a:spLocks xmlns:a="http://schemas.openxmlformats.org/drawingml/2006/main" noGrp="1"/>
          </p:cNvSpPr>
          <p:nvPr/>
        </p:nvSpPr>
        <p:spPr>
          <a:xfrm xmlns:a="http://schemas.openxmlformats.org/drawingml/2006/main">
            <a:off x="1704975" y="438150"/>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00" b="0">
                <a:solidFill>
                  <a:srgbClr val="202734"/>
                </a:solidFill>
                <a:latin typeface="Comic Sans MS"/>
                <a:ea typeface="Comic Sans MS"/>
                <a:cs typeface="Comic Sans MS"/>
              </a:defRPr>
            </a:defPPr>
          </a:lstStyle>
          <a:p xmlns:a="http://schemas.openxmlformats.org/drawingml/2006/main">
            <a:pPr algn="ctr">
              <a:defRPr sz="1200" b="0">
                <a:solidFill>
                  <a:srgbClr val="202734"/>
                </a:solidFill>
                <a:latin typeface="Comic Sans MS"/>
                <a:ea typeface="Comic Sans MS"/>
                <a:cs typeface="Comic Sans MS"/>
              </a:defRPr>
            </a:pPr>
            <a:r>
              <a:rPr sz="1200" b="0">
                <a:solidFill>
                  <a:srgbClr val="202734"/>
                </a:solidFill>
                <a:latin typeface="Comic Sans MS"/>
                <a:ea typeface="Comic Sans MS"/>
                <a:cs typeface="Comic Sans MS"/>
              </a:rPr>
              <a:t>Origin</a:t>
            </a:r>
          </a:p>
        </p:txBody>
      </p:sp>
      <p:sp>
        <p:nvSpPr>
          <p:cNvPr id="24" name="text-23">
            <a:extLst xmlns:a="http://schemas.openxmlformats.org/drawingml/2006/main">
              <a:ext uri="{FF2B5EF4-FFF2-40B4-BE49-F238E27FC236}">
                <a16:creationId xmlns:a16="http://schemas.microsoft.com/office/drawing/2014/main" id="{AB20C1BC-71A9-4D48-8122-14ACF765D7B8}"/>
              </a:ext>
            </a:extLst>
          </p:cNvPr>
          <p:cNvSpPr>
            <a:spLocks xmlns:a="http://schemas.openxmlformats.org/drawingml/2006/main" noGrp="1"/>
          </p:cNvSpPr>
          <p:nvPr/>
        </p:nvSpPr>
        <p:spPr>
          <a:xfrm xmlns:a="http://schemas.openxmlformats.org/drawingml/2006/main">
            <a:off x="2838450" y="438150"/>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00" b="0">
                <a:solidFill>
                  <a:srgbClr val="202734"/>
                </a:solidFill>
                <a:latin typeface="Comic Sans MS"/>
                <a:ea typeface="Comic Sans MS"/>
                <a:cs typeface="Comic Sans MS"/>
              </a:defRPr>
            </a:defPPr>
          </a:lstStyle>
          <a:p xmlns:a="http://schemas.openxmlformats.org/drawingml/2006/main">
            <a:pPr algn="ctr">
              <a:defRPr sz="1200" b="0">
                <a:solidFill>
                  <a:srgbClr val="202734"/>
                </a:solidFill>
                <a:latin typeface="Comic Sans MS"/>
                <a:ea typeface="Comic Sans MS"/>
                <a:cs typeface="Comic Sans MS"/>
              </a:defRPr>
            </a:pPr>
            <a:r>
              <a:rPr sz="1200" b="0">
                <a:solidFill>
                  <a:srgbClr val="202734"/>
                </a:solidFill>
                <a:latin typeface="Comic Sans MS"/>
                <a:ea typeface="Comic Sans MS"/>
                <a:cs typeface="Comic Sans MS"/>
              </a:rPr>
              <a:t>Propagated</a:t>
            </a:r>
          </a:p>
        </p:txBody>
      </p:sp>
      <p:sp>
        <p:nvSpPr>
          <p:cNvPr id="25" name="text-24">
            <a:extLst xmlns:a="http://schemas.openxmlformats.org/drawingml/2006/main">
              <a:ext uri="{FF2B5EF4-FFF2-40B4-BE49-F238E27FC236}">
                <a16:creationId xmlns:a16="http://schemas.microsoft.com/office/drawing/2014/main" id="{98983F3D-BA7D-4F59-B140-62C8CDE03BC4}"/>
              </a:ext>
            </a:extLst>
          </p:cNvPr>
          <p:cNvSpPr>
            <a:spLocks xmlns:a="http://schemas.openxmlformats.org/drawingml/2006/main" noGrp="1"/>
          </p:cNvSpPr>
          <p:nvPr/>
        </p:nvSpPr>
        <p:spPr>
          <a:xfrm xmlns:a="http://schemas.openxmlformats.org/drawingml/2006/main">
            <a:off x="2286000" y="160020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00" b="0">
                <a:solidFill>
                  <a:srgbClr val="202734"/>
                </a:solidFill>
                <a:latin typeface="Comic Sans MS"/>
                <a:ea typeface="Comic Sans MS"/>
                <a:cs typeface="Comic Sans MS"/>
              </a:defRPr>
            </a:defPPr>
          </a:lstStyle>
          <a:p xmlns:a="http://schemas.openxmlformats.org/drawingml/2006/main">
            <a:pPr algn="ctr">
              <a:defRPr sz="1200" b="0">
                <a:solidFill>
                  <a:srgbClr val="202734"/>
                </a:solidFill>
                <a:latin typeface="Comic Sans MS"/>
                <a:ea typeface="Comic Sans MS"/>
                <a:cs typeface="Comic Sans MS"/>
              </a:defRPr>
            </a:pPr>
            <a:r>
              <a:rPr sz="1200" b="0">
                <a:solidFill>
                  <a:srgbClr val="202734"/>
                </a:solidFill>
                <a:latin typeface="Comic Sans MS"/>
                <a:ea typeface="Comic Sans MS"/>
                <a:cs typeface="Comic Sans MS"/>
              </a:rPr>
              <a:t>Independent</a:t>
            </a:r>
          </a:p>
        </p:txBody>
      </p:sp>
      <p:sp>
        <p:nvSpPr>
          <p:cNvPr id="26" name="text-25">
            <a:extLst xmlns:a="http://schemas.openxmlformats.org/drawingml/2006/main">
              <a:ext uri="{FF2B5EF4-FFF2-40B4-BE49-F238E27FC236}">
                <a16:creationId xmlns:a16="http://schemas.microsoft.com/office/drawing/2014/main" id="{EB089DDD-6490-473A-82C0-D6BF4D922EA4}"/>
              </a:ext>
            </a:extLst>
          </p:cNvPr>
          <p:cNvSpPr>
            <a:spLocks xmlns:a="http://schemas.openxmlformats.org/drawingml/2006/main" noGrp="1"/>
          </p:cNvSpPr>
          <p:nvPr/>
        </p:nvSpPr>
        <p:spPr>
          <a:xfrm xmlns:a="http://schemas.openxmlformats.org/drawingml/2006/main">
            <a:off x="895350" y="16192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00" b="0">
                <a:solidFill>
                  <a:srgbClr val="202734"/>
                </a:solidFill>
                <a:latin typeface="Comic Sans MS"/>
                <a:ea typeface="Comic Sans MS"/>
                <a:cs typeface="Comic Sans MS"/>
              </a:defRPr>
            </a:defPPr>
          </a:lstStyle>
          <a:p xmlns:a="http://schemas.openxmlformats.org/drawingml/2006/main">
            <a:pPr algn="ctr">
              <a:defRPr sz="1200" b="0">
                <a:solidFill>
                  <a:srgbClr val="202734"/>
                </a:solidFill>
                <a:latin typeface="Comic Sans MS"/>
                <a:ea typeface="Comic Sans MS"/>
                <a:cs typeface="Comic Sans MS"/>
              </a:defRPr>
            </a:pPr>
            <a:r>
              <a:rPr sz="1200" b="0">
                <a:solidFill>
                  <a:srgbClr val="202734"/>
                </a:solidFill>
                <a:latin typeface="Comic Sans MS"/>
                <a:ea typeface="Comic Sans MS"/>
                <a:cs typeface="Comic Sans MS"/>
              </a:rPr>
              <a:t>Irrelevant</a:t>
            </a:r>
          </a:p>
        </p:txBody>
      </p:sp>
      <p:sp>
        <p:nvSpPr>
          <p:cNvPr id="27" name="text-26">
            <a:extLst xmlns:a="http://schemas.openxmlformats.org/drawingml/2006/main">
              <a:ext uri="{FF2B5EF4-FFF2-40B4-BE49-F238E27FC236}">
                <a16:creationId xmlns:a16="http://schemas.microsoft.com/office/drawing/2014/main" id="{3183831B-DD7F-42A5-AA78-8BA91A5E5E93}"/>
              </a:ext>
            </a:extLst>
          </p:cNvPr>
          <p:cNvSpPr>
            <a:spLocks xmlns:a="http://schemas.openxmlformats.org/drawingml/2006/main" noGrp="1"/>
          </p:cNvSpPr>
          <p:nvPr/>
        </p:nvSpPr>
        <p:spPr>
          <a:xfrm xmlns:a="http://schemas.openxmlformats.org/drawingml/2006/main">
            <a:off x="3505200" y="1619250"/>
            <a:ext cx="819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00" b="0">
                <a:solidFill>
                  <a:srgbClr val="202734"/>
                </a:solidFill>
                <a:latin typeface="Comic Sans MS"/>
                <a:ea typeface="Comic Sans MS"/>
                <a:cs typeface="Comic Sans MS"/>
              </a:defRPr>
            </a:defPPr>
          </a:lstStyle>
          <a:p xmlns:a="http://schemas.openxmlformats.org/drawingml/2006/main">
            <a:pPr algn="ctr">
              <a:defRPr sz="1200" b="0">
                <a:solidFill>
                  <a:srgbClr val="202734"/>
                </a:solidFill>
                <a:latin typeface="Comic Sans MS"/>
                <a:ea typeface="Comic Sans MS"/>
                <a:cs typeface="Comic Sans MS"/>
              </a:defRPr>
            </a:pPr>
            <a:r>
              <a:rPr sz="1200" b="0">
                <a:solidFill>
                  <a:srgbClr val="202734"/>
                </a:solidFill>
                <a:latin typeface="Comic Sans MS"/>
                <a:ea typeface="Comic Sans MS"/>
                <a:cs typeface="Comic Sans MS"/>
              </a:rPr>
              <a:t>Corrected</a:t>
            </a:r>
          </a:p>
        </p:txBody>
      </p:sp>
      <p:sp>
        <p:nvSpPr>
          <p:cNvPr id="28" name="text-27">
            <a:extLst xmlns:a="http://schemas.openxmlformats.org/drawingml/2006/main">
              <a:ext uri="{FF2B5EF4-FFF2-40B4-BE49-F238E27FC236}">
                <a16:creationId xmlns:a16="http://schemas.microsoft.com/office/drawing/2014/main" id="{5BF791AA-E8D3-4995-867C-9D29EEB0D865}"/>
              </a:ext>
            </a:extLst>
          </p:cNvPr>
          <p:cNvSpPr>
            <a:spLocks xmlns:a="http://schemas.openxmlformats.org/drawingml/2006/main" noGrp="1"/>
          </p:cNvSpPr>
          <p:nvPr/>
        </p:nvSpPr>
        <p:spPr>
          <a:xfrm xmlns:a="http://schemas.openxmlformats.org/drawingml/2006/main">
            <a:off x="4362450" y="1247775"/>
            <a:ext cx="647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00" b="0">
                <a:solidFill>
                  <a:srgbClr val="202734"/>
                </a:solidFill>
                <a:latin typeface="Comic Sans MS"/>
                <a:ea typeface="Comic Sans MS"/>
                <a:cs typeface="Comic Sans MS"/>
              </a:defRPr>
            </a:defPPr>
          </a:lstStyle>
          <a:p xmlns:a="http://schemas.openxmlformats.org/drawingml/2006/main">
            <a:pPr algn="ctr">
              <a:defRPr sz="1200" b="0">
                <a:solidFill>
                  <a:srgbClr val="202734"/>
                </a:solidFill>
                <a:latin typeface="Comic Sans MS"/>
                <a:ea typeface="Comic Sans MS"/>
                <a:cs typeface="Comic Sans MS"/>
              </a:defRPr>
            </a:pPr>
            <a:r>
              <a:rPr sz="1200" b="0">
                <a:solidFill>
                  <a:srgbClr val="202734"/>
                </a:solidFill>
                <a:latin typeface="Comic Sans MS"/>
                <a:ea typeface="Comic Sans MS"/>
                <a:cs typeface="Comic Sans MS"/>
              </a:rPr>
              <a:t>Failure</a:t>
            </a:r>
          </a:p>
        </p:txBody>
      </p:sp>
      <p:sp>
        <p:nvSpPr>
          <p:cNvPr id="29" name="line-28">
            <a:extLst xmlns:a="http://schemas.openxmlformats.org/drawingml/2006/main">
              <a:ext uri="{FF2B5EF4-FFF2-40B4-BE49-F238E27FC236}">
                <a16:creationId xmlns:a16="http://schemas.microsoft.com/office/drawing/2014/main" id="{DA882283-CE88-4CF7-AD72-35A87556E8D0}"/>
              </a:ext>
            </a:extLst>
          </p:cNvPr>
          <p:cNvSpPr>
            <a:spLocks xmlns:a="http://schemas.openxmlformats.org/drawingml/2006/main" noGrp="1"/>
          </p:cNvSpPr>
          <p:nvPr/>
        </p:nvSpPr>
        <p:spPr>
          <a:xfrm xmlns:a="http://schemas.openxmlformats.org/drawingml/2006/main" flipH="0" flipV="0">
            <a:off x="3895725" y="1181100"/>
            <a:ext cx="0" cy="104775"/>
          </a:xfrm>
          <a:prstGeom xmlns:a="http://schemas.openxmlformats.org/drawingml/2006/main" prst="line">
            <a:avLst/>
          </a:prstGeom>
          <a:ln xmlns:a="http://schemas.openxmlformats.org/drawingml/2006/main" w="11906">
            <a:solidFill>
              <a:srgbClr val="4D9C84"/>
            </a:solidFill>
            <a:prstDash val="dash"/>
          </a:ln>
        </p:spPr>
      </p:sp>
      <p:sp>
        <p:nvSpPr>
          <p:cNvPr id="30" name="text-29">
            <a:extLst xmlns:a="http://schemas.openxmlformats.org/drawingml/2006/main">
              <a:ext uri="{FF2B5EF4-FFF2-40B4-BE49-F238E27FC236}">
                <a16:creationId xmlns:a16="http://schemas.microsoft.com/office/drawing/2014/main" id="{6DBA6071-B309-42EA-8F95-B1745D7030C2}"/>
              </a:ext>
            </a:extLst>
          </p:cNvPr>
          <p:cNvSpPr>
            <a:spLocks xmlns:a="http://schemas.openxmlformats.org/drawingml/2006/main" noGrp="1"/>
          </p:cNvSpPr>
          <p:nvPr/>
        </p:nvSpPr>
        <p:spPr>
          <a:xfrm xmlns:a="http://schemas.openxmlformats.org/drawingml/2006/main">
            <a:off x="4048125" y="1343025"/>
            <a:ext cx="2095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00" b="0">
                <a:solidFill>
                  <a:srgbClr val="4D9C84"/>
                </a:solidFill>
                <a:latin typeface="Comic Sans MS"/>
                <a:ea typeface="Comic Sans MS"/>
                <a:cs typeface="Comic Sans MS"/>
              </a:defRPr>
            </a:defPPr>
          </a:lstStyle>
          <a:p xmlns:a="http://schemas.openxmlformats.org/drawingml/2006/main">
            <a:pPr algn="ctr">
              <a:defRPr sz="1200" b="0">
                <a:solidFill>
                  <a:srgbClr val="4D9C84"/>
                </a:solidFill>
                <a:latin typeface="Comic Sans MS"/>
                <a:ea typeface="Comic Sans MS"/>
                <a:cs typeface="Comic Sans MS"/>
              </a:defRPr>
            </a:pPr>
            <a:r>
              <a:rPr sz="1200" b="0">
                <a:solidFill>
                  <a:srgbClr val="4D9C84"/>
                </a:solidFill>
                <a:latin typeface="Comic Sans MS"/>
                <a:ea typeface="Comic Sans MS"/>
                <a:cs typeface="Comic Sans MS"/>
              </a:rPr>
              <a:t>✓</a:t>
            </a:r>
          </a:p>
        </p:txBody>
      </p:sp>
      <p:sp>
        <p:nvSpPr>
          <p:cNvPr id="31" name="box-30">
            <a:extLst xmlns:a="http://schemas.openxmlformats.org/drawingml/2006/main">
              <a:ext uri="{FF2B5EF4-FFF2-40B4-BE49-F238E27FC236}">
                <a16:creationId xmlns:a16="http://schemas.microsoft.com/office/drawing/2014/main" id="{AEC56B6B-23AA-4A9A-8992-88AB43AA7F21}"/>
              </a:ext>
            </a:extLst>
          </p:cNvPr>
          <p:cNvSpPr>
            <a:spLocks xmlns:a="http://schemas.openxmlformats.org/drawingml/2006/main" noGrp="1"/>
          </p:cNvSpPr>
          <p:nvPr/>
        </p:nvSpPr>
        <p:spPr>
          <a:xfrm xmlns:a="http://schemas.openxmlformats.org/drawingml/2006/main">
            <a:off x="76200" y="1905000"/>
            <a:ext cx="5181600" cy="1352550"/>
          </a:xfrm>
          <a:prstGeom xmlns:a="http://schemas.openxmlformats.org/drawingml/2006/main" prst="roundRect">
            <a:avLst>
              <a:gd name="adj" fmla="val 11972"/>
            </a:avLst>
          </a:prstGeom>
          <a:solidFill xmlns:a="http://schemas.openxmlformats.org/drawingml/2006/main">
            <a:srgbClr val="FAF7FD"/>
          </a:solidFill>
          <a:ln xmlns:a="http://schemas.openxmlformats.org/drawingml/2006/main" w="9525">
            <a:solidFill>
              <a:srgbClr val="202734"/>
            </a:solidFill>
            <a:prstDash val="dashDot"/>
          </a:ln>
        </p:spPr>
      </p:sp>
      <p:sp>
        <p:nvSpPr>
          <p:cNvPr id="32" name="text-31">
            <a:extLst xmlns:a="http://schemas.openxmlformats.org/drawingml/2006/main">
              <a:ext uri="{FF2B5EF4-FFF2-40B4-BE49-F238E27FC236}">
                <a16:creationId xmlns:a16="http://schemas.microsoft.com/office/drawing/2014/main" id="{E78146EA-EF30-44DA-AD9D-8621EEE212DB}"/>
              </a:ext>
            </a:extLst>
          </p:cNvPr>
          <p:cNvSpPr>
            <a:spLocks xmlns:a="http://schemas.openxmlformats.org/drawingml/2006/main" noGrp="1"/>
          </p:cNvSpPr>
          <p:nvPr/>
        </p:nvSpPr>
        <p:spPr>
          <a:xfrm xmlns:a="http://schemas.openxmlformats.org/drawingml/2006/main">
            <a:off x="190500" y="1952625"/>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1">
                <a:solidFill>
                  <a:srgbClr val="202734"/>
                </a:solidFill>
                <a:latin typeface="Comic Sans MS"/>
                <a:ea typeface="Comic Sans MS"/>
                <a:cs typeface="Comic Sans MS"/>
              </a:defRPr>
            </a:defPPr>
          </a:lstStyle>
          <a:p xmlns:a="http://schemas.openxmlformats.org/drawingml/2006/main">
            <a:pPr algn="ctr">
              <a:defRPr sz="1500" b="0" i="1">
                <a:solidFill>
                  <a:srgbClr val="202734"/>
                </a:solidFill>
                <a:latin typeface="Comic Sans MS"/>
                <a:ea typeface="Comic Sans MS"/>
                <a:cs typeface="Comic Sans MS"/>
              </a:defRPr>
            </a:pPr>
            <a:r>
              <a:rPr sz="1500" b="0" i="1">
                <a:solidFill>
                  <a:srgbClr val="202734"/>
                </a:solidFill>
                <a:latin typeface="Comic Sans MS"/>
                <a:ea typeface="Comic Sans MS"/>
                <a:cs typeface="Comic Sans MS"/>
              </a:rPr>
              <a:t>(b) Why this error?</a:t>
            </a:r>
          </a:p>
        </p:txBody>
      </p:sp>
      <p:sp>
        <p:nvSpPr>
          <p:cNvPr id="33" name="line-32">
            <a:extLst xmlns:a="http://schemas.openxmlformats.org/drawingml/2006/main">
              <a:ext uri="{FF2B5EF4-FFF2-40B4-BE49-F238E27FC236}">
                <a16:creationId xmlns:a16="http://schemas.microsoft.com/office/drawing/2014/main" id="{D8521841-F051-4662-90FD-B75591DE8002}"/>
              </a:ext>
            </a:extLst>
          </p:cNvPr>
          <p:cNvSpPr>
            <a:spLocks xmlns:a="http://schemas.openxmlformats.org/drawingml/2006/main" noGrp="1"/>
          </p:cNvSpPr>
          <p:nvPr/>
        </p:nvSpPr>
        <p:spPr>
          <a:xfrm xmlns:a="http://schemas.openxmlformats.org/drawingml/2006/main" flipH="0" flipV="0">
            <a:off x="2647950" y="2276475"/>
            <a:ext cx="0" cy="857250"/>
          </a:xfrm>
          <a:prstGeom xmlns:a="http://schemas.openxmlformats.org/drawingml/2006/main" prst="line">
            <a:avLst/>
          </a:prstGeom>
          <a:ln xmlns:a="http://schemas.openxmlformats.org/drawingml/2006/main" w="6191">
            <a:solidFill>
              <a:srgbClr val="CFC9D5"/>
            </a:solidFill>
            <a:prstDash val="solid"/>
          </a:ln>
        </p:spPr>
      </p:sp>
      <p:sp>
        <p:nvSpPr>
          <p:cNvPr id="34" name="text-33">
            <a:extLst xmlns:a="http://schemas.openxmlformats.org/drawingml/2006/main">
              <a:ext uri="{FF2B5EF4-FFF2-40B4-BE49-F238E27FC236}">
                <a16:creationId xmlns:a16="http://schemas.microsoft.com/office/drawing/2014/main" id="{8F73A48B-9E1D-4C51-9F64-EF47501BD0C2}"/>
              </a:ext>
            </a:extLst>
          </p:cNvPr>
          <p:cNvSpPr>
            <a:spLocks xmlns:a="http://schemas.openxmlformats.org/drawingml/2006/main" noGrp="1"/>
          </p:cNvSpPr>
          <p:nvPr/>
        </p:nvSpPr>
        <p:spPr>
          <a:xfrm xmlns:a="http://schemas.openxmlformats.org/drawingml/2006/main">
            <a:off x="266700" y="2247900"/>
            <a:ext cx="219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00" b="0">
                <a:solidFill>
                  <a:srgbClr val="202734"/>
                </a:solidFill>
                <a:latin typeface="Comic Sans MS"/>
                <a:ea typeface="Comic Sans MS"/>
                <a:cs typeface="Comic Sans MS"/>
              </a:defRPr>
            </a:defPPr>
          </a:lstStyle>
          <a:p xmlns:a="http://schemas.openxmlformats.org/drawingml/2006/main">
            <a:pPr algn="ctr">
              <a:defRPr sz="1200" b="0">
                <a:solidFill>
                  <a:srgbClr val="202734"/>
                </a:solidFill>
                <a:latin typeface="Comic Sans MS"/>
                <a:ea typeface="Comic Sans MS"/>
                <a:cs typeface="Comic Sans MS"/>
              </a:defRPr>
            </a:pPr>
            <a:r>
              <a:rPr sz="1200" b="0">
                <a:solidFill>
                  <a:srgbClr val="202734"/>
                </a:solidFill>
                <a:latin typeface="Comic Sans MS"/>
                <a:ea typeface="Comic Sans MS"/>
                <a:cs typeface="Comic Sans MS"/>
              </a:rPr>
              <a:t>No explanation</a:t>
            </a:r>
          </a:p>
        </p:txBody>
      </p:sp>
      <p:sp>
        <p:nvSpPr>
          <p:cNvPr id="35" name="node-34">
            <a:extLst xmlns:a="http://schemas.openxmlformats.org/drawingml/2006/main">
              <a:ext uri="{FF2B5EF4-FFF2-40B4-BE49-F238E27FC236}">
                <a16:creationId xmlns:a16="http://schemas.microsoft.com/office/drawing/2014/main" id="{58C1E677-6725-46F4-A8E8-8B82020D7904}"/>
              </a:ext>
            </a:extLst>
          </p:cNvPr>
          <p:cNvSpPr>
            <a:spLocks xmlns:a="http://schemas.openxmlformats.org/drawingml/2006/main" noGrp="1"/>
          </p:cNvSpPr>
          <p:nvPr/>
        </p:nvSpPr>
        <p:spPr>
          <a:xfrm xmlns:a="http://schemas.openxmlformats.org/drawingml/2006/main">
            <a:off x="400050" y="2514600"/>
            <a:ext cx="304800" cy="304800"/>
          </a:xfrm>
          <a:prstGeom xmlns:a="http://schemas.openxmlformats.org/drawingml/2006/main" prst="ellipse">
            <a:avLst/>
          </a:prstGeom>
          <a:solidFill xmlns:a="http://schemas.openxmlformats.org/drawingml/2006/main">
            <a:srgbClr val="E3E6EA"/>
          </a:solidFill>
          <a:ln xmlns:a="http://schemas.openxmlformats.org/drawingml/2006/main" w="10478">
            <a:solidFill>
              <a:srgbClr val="202734"/>
            </a:solidFill>
          </a:ln>
        </p:spPr>
        <p:txBody>
          <a:bodyPr xmlns:a="http://schemas.openxmlformats.org/drawingml/2006/main" wrap="none" lIns="0" tIns="0" rIns="0" bIns="0" anchor="ctr">
            <a:noAutofit/>
          </a:bodyPr>
          <a:lstStyle xmlns:a="http://schemas.openxmlformats.org/drawingml/2006/main">
            <a:defPPr algn="ctr">
              <a:defRPr sz="1200">
                <a:solidFill>
                  <a:srgbClr val="202734"/>
                </a:solidFill>
                <a:latin typeface="Comic Sans MS"/>
                <a:ea typeface="Comic Sans MS"/>
                <a:cs typeface="Comic Sans MS"/>
              </a:defRPr>
            </a:defPPr>
          </a:lstStyle>
          <a:p xmlns:a="http://schemas.openxmlformats.org/drawingml/2006/main">
            <a:pPr algn="ctr">
              <a:defRPr sz="1200">
                <a:solidFill>
                  <a:srgbClr val="202734"/>
                </a:solidFill>
                <a:latin typeface="Comic Sans MS"/>
                <a:ea typeface="Comic Sans MS"/>
                <a:cs typeface="Comic Sans MS"/>
              </a:defRPr>
            </a:pPr>
            <a:r>
              <a:rPr sz="1200">
                <a:solidFill>
                  <a:srgbClr val="202734"/>
                </a:solidFill>
                <a:latin typeface="Comic Sans MS"/>
                <a:ea typeface="Comic Sans MS"/>
                <a:cs typeface="Comic Sans MS"/>
              </a:rPr>
              <a:t>E?</a:t>
            </a:r>
          </a:p>
        </p:txBody>
      </p:sp>
      <p:cxnSp>
        <p:nvCxnSpPr>
          <p:cNvPr id="36" name="line-35">
            <a:extLst xmlns:a="http://schemas.openxmlformats.org/drawingml/2006/main">
              <a:ext uri="{FF2B5EF4-FFF2-40B4-BE49-F238E27FC236}">
                <a16:creationId xmlns:a16="http://schemas.microsoft.com/office/drawing/2014/main" id="{CC4310D1-05B1-43C6-99C7-001250EE73F3}"/>
              </a:ext>
            </a:extLst>
          </p:cNvPr>
          <p:cNvCxnSpPr/>
          <p:nvPr/>
        </p:nvCxnSpPr>
        <p:spPr>
          <a:xfrm xmlns:a="http://schemas.openxmlformats.org/drawingml/2006/main" flipH="0" flipV="0">
            <a:off x="762000" y="2667000"/>
            <a:ext cx="257175" cy="0"/>
          </a:xfrm>
          <a:prstGeom xmlns:a="http://schemas.openxmlformats.org/drawingml/2006/main" prst="straightConnector1">
            <a:avLst/>
          </a:prstGeom>
          <a:ln xmlns:a="http://schemas.openxmlformats.org/drawingml/2006/main" w="11906">
            <a:solidFill>
              <a:srgbClr val="202734"/>
            </a:solidFill>
            <a:prstDash val="solid"/>
            <a:tailEnd type="triangle" w="sm" len="sm"/>
          </a:ln>
        </p:spPr>
      </p:cxnSp>
      <p:sp>
        <p:nvSpPr>
          <p:cNvPr id="37" name="box-36">
            <a:extLst xmlns:a="http://schemas.openxmlformats.org/drawingml/2006/main">
              <a:ext uri="{FF2B5EF4-FFF2-40B4-BE49-F238E27FC236}">
                <a16:creationId xmlns:a16="http://schemas.microsoft.com/office/drawing/2014/main" id="{9D1CCCD5-B09B-4041-894C-ED805B64A274}"/>
              </a:ext>
            </a:extLst>
          </p:cNvPr>
          <p:cNvSpPr>
            <a:spLocks xmlns:a="http://schemas.openxmlformats.org/drawingml/2006/main" noGrp="1"/>
          </p:cNvSpPr>
          <p:nvPr/>
        </p:nvSpPr>
        <p:spPr>
          <a:xfrm xmlns:a="http://schemas.openxmlformats.org/drawingml/2006/main">
            <a:off x="1095375" y="2514600"/>
            <a:ext cx="942975" cy="304800"/>
          </a:xfrm>
          <a:prstGeom xmlns:a="http://schemas.openxmlformats.org/drawingml/2006/main" prst="roundRect">
            <a:avLst>
              <a:gd name="adj" fmla="val 15625"/>
            </a:avLst>
          </a:prstGeom>
          <a:solidFill xmlns:a="http://schemas.openxmlformats.org/drawingml/2006/main">
            <a:srgbClr val="FFFFFF"/>
          </a:solidFill>
          <a:ln xmlns:a="http://schemas.openxmlformats.org/drawingml/2006/main" w="9525">
            <a:solidFill>
              <a:srgbClr val="202734"/>
            </a:solidFill>
            <a:prstDash val="solid"/>
          </a:ln>
        </p:spPr>
      </p:sp>
      <p:sp>
        <p:nvSpPr>
          <p:cNvPr id="38" name="text-37">
            <a:extLst xmlns:a="http://schemas.openxmlformats.org/drawingml/2006/main">
              <a:ext uri="{FF2B5EF4-FFF2-40B4-BE49-F238E27FC236}">
                <a16:creationId xmlns:a16="http://schemas.microsoft.com/office/drawing/2014/main" id="{6FD6F47D-0178-4588-B904-CB932F75F0CA}"/>
              </a:ext>
            </a:extLst>
          </p:cNvPr>
          <p:cNvSpPr>
            <a:spLocks xmlns:a="http://schemas.openxmlformats.org/drawingml/2006/main" noGrp="1"/>
          </p:cNvSpPr>
          <p:nvPr/>
        </p:nvSpPr>
        <p:spPr>
          <a:xfrm xmlns:a="http://schemas.openxmlformats.org/drawingml/2006/main">
            <a:off x="1143000" y="2552700"/>
            <a:ext cx="8477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00" b="0">
                <a:solidFill>
                  <a:srgbClr val="202734"/>
                </a:solidFill>
                <a:latin typeface="Comic Sans MS"/>
                <a:ea typeface="Comic Sans MS"/>
                <a:cs typeface="Comic Sans MS"/>
              </a:defRPr>
            </a:defPPr>
          </a:lstStyle>
          <a:p xmlns:a="http://schemas.openxmlformats.org/drawingml/2006/main">
            <a:pPr algn="ctr">
              <a:defRPr sz="1200" b="0">
                <a:solidFill>
                  <a:srgbClr val="202734"/>
                </a:solidFill>
                <a:latin typeface="Comic Sans MS"/>
                <a:ea typeface="Comic Sans MS"/>
                <a:cs typeface="Comic Sans MS"/>
              </a:defRPr>
            </a:pPr>
            <a:r>
              <a:rPr sz="1200" b="0">
                <a:solidFill>
                  <a:srgbClr val="202734"/>
                </a:solidFill>
                <a:latin typeface="Comic Sans MS"/>
                <a:ea typeface="Comic Sans MS"/>
                <a:cs typeface="Comic Sans MS"/>
              </a:rPr>
              <a:t>Verdict</a:t>
            </a:r>
          </a:p>
        </p:txBody>
      </p:sp>
      <p:sp>
        <p:nvSpPr>
          <p:cNvPr id="39" name="text-38">
            <a:extLst xmlns:a="http://schemas.openxmlformats.org/drawingml/2006/main">
              <a:ext uri="{FF2B5EF4-FFF2-40B4-BE49-F238E27FC236}">
                <a16:creationId xmlns:a16="http://schemas.microsoft.com/office/drawing/2014/main" id="{13748AAF-4864-48CD-98E9-6AFDD930E496}"/>
              </a:ext>
            </a:extLst>
          </p:cNvPr>
          <p:cNvSpPr>
            <a:spLocks xmlns:a="http://schemas.openxmlformats.org/drawingml/2006/main" noGrp="1"/>
          </p:cNvSpPr>
          <p:nvPr/>
        </p:nvSpPr>
        <p:spPr>
          <a:xfrm xmlns:a="http://schemas.openxmlformats.org/drawingml/2006/main">
            <a:off x="2171700" y="2514600"/>
            <a:ext cx="2762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00" b="0">
                <a:solidFill>
                  <a:srgbClr val="CC646A"/>
                </a:solidFill>
                <a:latin typeface="Comic Sans MS"/>
                <a:ea typeface="Comic Sans MS"/>
                <a:cs typeface="Comic Sans MS"/>
              </a:defRPr>
            </a:defPPr>
          </a:lstStyle>
          <a:p xmlns:a="http://schemas.openxmlformats.org/drawingml/2006/main">
            <a:pPr algn="ctr">
              <a:defRPr sz="1200" b="0">
                <a:solidFill>
                  <a:srgbClr val="CC646A"/>
                </a:solidFill>
                <a:latin typeface="Comic Sans MS"/>
                <a:ea typeface="Comic Sans MS"/>
                <a:cs typeface="Comic Sans MS"/>
              </a:defRPr>
            </a:pPr>
            <a:r>
              <a:rPr sz="1200" b="0">
                <a:solidFill>
                  <a:srgbClr val="CC646A"/>
                </a:solidFill>
                <a:latin typeface="Comic Sans MS"/>
                <a:ea typeface="Comic Sans MS"/>
                <a:cs typeface="Comic Sans MS"/>
              </a:rPr>
              <a:t>?</a:t>
            </a:r>
          </a:p>
        </p:txBody>
      </p:sp>
      <p:sp>
        <p:nvSpPr>
          <p:cNvPr id="40" name="text-39">
            <a:extLst xmlns:a="http://schemas.openxmlformats.org/drawingml/2006/main">
              <a:ext uri="{FF2B5EF4-FFF2-40B4-BE49-F238E27FC236}">
                <a16:creationId xmlns:a16="http://schemas.microsoft.com/office/drawing/2014/main" id="{94A07846-9D40-4876-9C2F-C87C01C7FBE1}"/>
              </a:ext>
            </a:extLst>
          </p:cNvPr>
          <p:cNvSpPr>
            <a:spLocks xmlns:a="http://schemas.openxmlformats.org/drawingml/2006/main" noGrp="1"/>
          </p:cNvSpPr>
          <p:nvPr/>
        </p:nvSpPr>
        <p:spPr>
          <a:xfrm xmlns:a="http://schemas.openxmlformats.org/drawingml/2006/main">
            <a:off x="619125" y="2952750"/>
            <a:ext cx="16859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00" b="0">
                <a:solidFill>
                  <a:srgbClr val="6F7782"/>
                </a:solidFill>
                <a:latin typeface="Comic Sans MS"/>
                <a:ea typeface="Comic Sans MS"/>
                <a:cs typeface="Comic Sans MS"/>
              </a:defRPr>
            </a:defPPr>
          </a:lstStyle>
          <a:p xmlns:a="http://schemas.openxmlformats.org/drawingml/2006/main">
            <a:pPr algn="ctr">
              <a:defRPr sz="1200" b="0">
                <a:solidFill>
                  <a:srgbClr val="6F7782"/>
                </a:solidFill>
                <a:latin typeface="Comic Sans MS"/>
                <a:ea typeface="Comic Sans MS"/>
                <a:cs typeface="Comic Sans MS"/>
              </a:defRPr>
            </a:pPr>
            <a:r>
              <a:rPr sz="1200" b="0">
                <a:solidFill>
                  <a:srgbClr val="6F7782"/>
                </a:solidFill>
                <a:latin typeface="Comic Sans MS"/>
                <a:ea typeface="Comic Sans MS"/>
                <a:cs typeface="Comic Sans MS"/>
              </a:rPr>
              <a:t>Why this step?</a:t>
            </a:r>
          </a:p>
        </p:txBody>
      </p:sp>
      <p:sp>
        <p:nvSpPr>
          <p:cNvPr id="41" name="text-40">
            <a:extLst xmlns:a="http://schemas.openxmlformats.org/drawingml/2006/main">
              <a:ext uri="{FF2B5EF4-FFF2-40B4-BE49-F238E27FC236}">
                <a16:creationId xmlns:a16="http://schemas.microsoft.com/office/drawing/2014/main" id="{38FFDA24-4775-48C4-8355-DB4AEC0AFE04}"/>
              </a:ext>
            </a:extLst>
          </p:cNvPr>
          <p:cNvSpPr>
            <a:spLocks xmlns:a="http://schemas.openxmlformats.org/drawingml/2006/main" noGrp="1"/>
          </p:cNvSpPr>
          <p:nvPr/>
        </p:nvSpPr>
        <p:spPr>
          <a:xfrm xmlns:a="http://schemas.openxmlformats.org/drawingml/2006/main">
            <a:off x="2771775" y="2247900"/>
            <a:ext cx="23050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00" b="0">
                <a:solidFill>
                  <a:srgbClr val="202734"/>
                </a:solidFill>
                <a:latin typeface="Comic Sans MS"/>
                <a:ea typeface="Comic Sans MS"/>
                <a:cs typeface="Comic Sans MS"/>
              </a:defRPr>
            </a:defPPr>
          </a:lstStyle>
          <a:p xmlns:a="http://schemas.openxmlformats.org/drawingml/2006/main">
            <a:pPr algn="ctr">
              <a:defRPr sz="1200" b="0">
                <a:solidFill>
                  <a:srgbClr val="202734"/>
                </a:solidFill>
                <a:latin typeface="Comic Sans MS"/>
                <a:ea typeface="Comic Sans MS"/>
                <a:cs typeface="Comic Sans MS"/>
              </a:defRPr>
            </a:pPr>
            <a:r>
              <a:rPr sz="1200" b="0">
                <a:solidFill>
                  <a:srgbClr val="202734"/>
                </a:solidFill>
                <a:latin typeface="Comic Sans MS"/>
                <a:ea typeface="Comic Sans MS"/>
                <a:cs typeface="Comic Sans MS"/>
              </a:rPr>
              <a:t>Single explanation</a:t>
            </a:r>
          </a:p>
        </p:txBody>
      </p:sp>
      <p:sp>
        <p:nvSpPr>
          <p:cNvPr id="42" name="box-41">
            <a:extLst xmlns:a="http://schemas.openxmlformats.org/drawingml/2006/main">
              <a:ext uri="{FF2B5EF4-FFF2-40B4-BE49-F238E27FC236}">
                <a16:creationId xmlns:a16="http://schemas.microsoft.com/office/drawing/2014/main" id="{C4904DC2-5B39-4989-AF90-10F5FC7CA9CE}"/>
              </a:ext>
            </a:extLst>
          </p:cNvPr>
          <p:cNvSpPr>
            <a:spLocks xmlns:a="http://schemas.openxmlformats.org/drawingml/2006/main" noGrp="1"/>
          </p:cNvSpPr>
          <p:nvPr/>
        </p:nvSpPr>
        <p:spPr>
          <a:xfrm xmlns:a="http://schemas.openxmlformats.org/drawingml/2006/main">
            <a:off x="2762250" y="2514600"/>
            <a:ext cx="704850" cy="295275"/>
          </a:xfrm>
          <a:prstGeom xmlns:a="http://schemas.openxmlformats.org/drawingml/2006/main" prst="roundRect">
            <a:avLst>
              <a:gd name="adj" fmla="val 16129"/>
            </a:avLst>
          </a:prstGeom>
          <a:solidFill xmlns:a="http://schemas.openxmlformats.org/drawingml/2006/main">
            <a:srgbClr val="FAE7E7"/>
          </a:solidFill>
          <a:ln xmlns:a="http://schemas.openxmlformats.org/drawingml/2006/main" w="9525">
            <a:solidFill>
              <a:srgbClr val="202734"/>
            </a:solidFill>
            <a:prstDash val="solid"/>
          </a:ln>
        </p:spPr>
      </p:sp>
      <p:sp>
        <p:nvSpPr>
          <p:cNvPr id="43" name="text-42">
            <a:extLst xmlns:a="http://schemas.openxmlformats.org/drawingml/2006/main">
              <a:ext uri="{FF2B5EF4-FFF2-40B4-BE49-F238E27FC236}">
                <a16:creationId xmlns:a16="http://schemas.microsoft.com/office/drawing/2014/main" id="{C7C044CA-27EF-40F1-837D-D5716C98274B}"/>
              </a:ext>
            </a:extLst>
          </p:cNvPr>
          <p:cNvSpPr>
            <a:spLocks xmlns:a="http://schemas.openxmlformats.org/drawingml/2006/main" noGrp="1"/>
          </p:cNvSpPr>
          <p:nvPr/>
        </p:nvSpPr>
        <p:spPr>
          <a:xfrm xmlns:a="http://schemas.openxmlformats.org/drawingml/2006/main">
            <a:off x="2781300" y="2552700"/>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00" b="0">
                <a:solidFill>
                  <a:srgbClr val="202734"/>
                </a:solidFill>
                <a:latin typeface="Comic Sans MS"/>
                <a:ea typeface="Comic Sans MS"/>
                <a:cs typeface="Comic Sans MS"/>
              </a:defRPr>
            </a:defPPr>
          </a:lstStyle>
          <a:p xmlns:a="http://schemas.openxmlformats.org/drawingml/2006/main">
            <a:pPr algn="ctr">
              <a:defRPr sz="1200" b="0">
                <a:solidFill>
                  <a:srgbClr val="202734"/>
                </a:solidFill>
                <a:latin typeface="Comic Sans MS"/>
                <a:ea typeface="Comic Sans MS"/>
                <a:cs typeface="Comic Sans MS"/>
              </a:defRPr>
            </a:pPr>
            <a:r>
              <a:rPr sz="1200" b="0">
                <a:solidFill>
                  <a:srgbClr val="202734"/>
                </a:solidFill>
                <a:latin typeface="Comic Sans MS"/>
                <a:ea typeface="Comic Sans MS"/>
                <a:cs typeface="Comic Sans MS"/>
              </a:rPr>
              <a:t>Assume</a:t>
            </a:r>
          </a:p>
        </p:txBody>
      </p:sp>
      <p:sp>
        <p:nvSpPr>
          <p:cNvPr id="44" name="box-43">
            <a:extLst xmlns:a="http://schemas.openxmlformats.org/drawingml/2006/main">
              <a:ext uri="{FF2B5EF4-FFF2-40B4-BE49-F238E27FC236}">
                <a16:creationId xmlns:a16="http://schemas.microsoft.com/office/drawing/2014/main" id="{9F045034-555F-40FC-91FC-A3B7C043AE32}"/>
              </a:ext>
            </a:extLst>
          </p:cNvPr>
          <p:cNvSpPr>
            <a:spLocks xmlns:a="http://schemas.openxmlformats.org/drawingml/2006/main" noGrp="1"/>
          </p:cNvSpPr>
          <p:nvPr/>
        </p:nvSpPr>
        <p:spPr>
          <a:xfrm xmlns:a="http://schemas.openxmlformats.org/drawingml/2006/main">
            <a:off x="3571875" y="2514600"/>
            <a:ext cx="704850" cy="295275"/>
          </a:xfrm>
          <a:prstGeom xmlns:a="http://schemas.openxmlformats.org/drawingml/2006/main" prst="roundRect">
            <a:avLst>
              <a:gd name="adj" fmla="val 16129"/>
            </a:avLst>
          </a:prstGeom>
          <a:solidFill xmlns:a="http://schemas.openxmlformats.org/drawingml/2006/main">
            <a:srgbClr val="FAE7E7"/>
          </a:solidFill>
          <a:ln xmlns:a="http://schemas.openxmlformats.org/drawingml/2006/main" w="9525">
            <a:solidFill>
              <a:srgbClr val="202734"/>
            </a:solidFill>
            <a:prstDash val="solid"/>
          </a:ln>
        </p:spPr>
      </p:sp>
      <p:sp>
        <p:nvSpPr>
          <p:cNvPr id="45" name="text-44">
            <a:extLst xmlns:a="http://schemas.openxmlformats.org/drawingml/2006/main">
              <a:ext uri="{FF2B5EF4-FFF2-40B4-BE49-F238E27FC236}">
                <a16:creationId xmlns:a16="http://schemas.microsoft.com/office/drawing/2014/main" id="{B7FCE6BF-AEAA-49E1-BB99-ABF586D07044}"/>
              </a:ext>
            </a:extLst>
          </p:cNvPr>
          <p:cNvSpPr>
            <a:spLocks xmlns:a="http://schemas.openxmlformats.org/drawingml/2006/main" noGrp="1"/>
          </p:cNvSpPr>
          <p:nvPr/>
        </p:nvSpPr>
        <p:spPr>
          <a:xfrm xmlns:a="http://schemas.openxmlformats.org/drawingml/2006/main">
            <a:off x="3590925" y="2552700"/>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00" b="0">
                <a:solidFill>
                  <a:srgbClr val="202734"/>
                </a:solidFill>
                <a:latin typeface="Comic Sans MS"/>
                <a:ea typeface="Comic Sans MS"/>
                <a:cs typeface="Comic Sans MS"/>
              </a:defRPr>
            </a:defPPr>
          </a:lstStyle>
          <a:p xmlns:a="http://schemas.openxmlformats.org/drawingml/2006/main">
            <a:pPr algn="ctr">
              <a:defRPr sz="1200" b="0">
                <a:solidFill>
                  <a:srgbClr val="202734"/>
                </a:solidFill>
                <a:latin typeface="Comic Sans MS"/>
                <a:ea typeface="Comic Sans MS"/>
                <a:cs typeface="Comic Sans MS"/>
              </a:defRPr>
            </a:pPr>
            <a:r>
              <a:rPr sz="1200" b="0">
                <a:solidFill>
                  <a:srgbClr val="202734"/>
                </a:solidFill>
                <a:latin typeface="Comic Sans MS"/>
                <a:ea typeface="Comic Sans MS"/>
                <a:cs typeface="Comic Sans MS"/>
              </a:rPr>
              <a:t>Explain</a:t>
            </a:r>
          </a:p>
        </p:txBody>
      </p:sp>
      <p:sp>
        <p:nvSpPr>
          <p:cNvPr id="46" name="box-45">
            <a:extLst xmlns:a="http://schemas.openxmlformats.org/drawingml/2006/main">
              <a:ext uri="{FF2B5EF4-FFF2-40B4-BE49-F238E27FC236}">
                <a16:creationId xmlns:a16="http://schemas.microsoft.com/office/drawing/2014/main" id="{2948409C-0398-4810-A700-71CB7D6306CD}"/>
              </a:ext>
            </a:extLst>
          </p:cNvPr>
          <p:cNvSpPr>
            <a:spLocks xmlns:a="http://schemas.openxmlformats.org/drawingml/2006/main" noGrp="1"/>
          </p:cNvSpPr>
          <p:nvPr/>
        </p:nvSpPr>
        <p:spPr>
          <a:xfrm xmlns:a="http://schemas.openxmlformats.org/drawingml/2006/main">
            <a:off x="4381500" y="2514600"/>
            <a:ext cx="704850" cy="295275"/>
          </a:xfrm>
          <a:prstGeom xmlns:a="http://schemas.openxmlformats.org/drawingml/2006/main" prst="roundRect">
            <a:avLst>
              <a:gd name="adj" fmla="val 16129"/>
            </a:avLst>
          </a:prstGeom>
          <a:solidFill xmlns:a="http://schemas.openxmlformats.org/drawingml/2006/main">
            <a:srgbClr val="FAE7E7"/>
          </a:solidFill>
          <a:ln xmlns:a="http://schemas.openxmlformats.org/drawingml/2006/main" w="9525">
            <a:solidFill>
              <a:srgbClr val="202734"/>
            </a:solidFill>
            <a:prstDash val="solid"/>
          </a:ln>
        </p:spPr>
      </p:sp>
      <p:sp>
        <p:nvSpPr>
          <p:cNvPr id="47" name="text-46">
            <a:extLst xmlns:a="http://schemas.openxmlformats.org/drawingml/2006/main">
              <a:ext uri="{FF2B5EF4-FFF2-40B4-BE49-F238E27FC236}">
                <a16:creationId xmlns:a16="http://schemas.microsoft.com/office/drawing/2014/main" id="{A2CE717B-89B1-414C-92D8-48ADD22230AB}"/>
              </a:ext>
            </a:extLst>
          </p:cNvPr>
          <p:cNvSpPr>
            <a:spLocks xmlns:a="http://schemas.openxmlformats.org/drawingml/2006/main" noGrp="1"/>
          </p:cNvSpPr>
          <p:nvPr/>
        </p:nvSpPr>
        <p:spPr>
          <a:xfrm xmlns:a="http://schemas.openxmlformats.org/drawingml/2006/main">
            <a:off x="4400550" y="2552700"/>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00" b="0">
                <a:solidFill>
                  <a:srgbClr val="202734"/>
                </a:solidFill>
                <a:latin typeface="Comic Sans MS"/>
                <a:ea typeface="Comic Sans MS"/>
                <a:cs typeface="Comic Sans MS"/>
              </a:defRPr>
            </a:defPPr>
          </a:lstStyle>
          <a:p xmlns:a="http://schemas.openxmlformats.org/drawingml/2006/main">
            <a:pPr algn="ctr">
              <a:defRPr sz="1200" b="0">
                <a:solidFill>
                  <a:srgbClr val="202734"/>
                </a:solidFill>
                <a:latin typeface="Comic Sans MS"/>
                <a:ea typeface="Comic Sans MS"/>
                <a:cs typeface="Comic Sans MS"/>
              </a:defRPr>
            </a:pPr>
            <a:r>
              <a:rPr sz="1200" b="0">
                <a:solidFill>
                  <a:srgbClr val="202734"/>
                </a:solidFill>
                <a:latin typeface="Comic Sans MS"/>
                <a:ea typeface="Comic Sans MS"/>
                <a:cs typeface="Comic Sans MS"/>
              </a:rPr>
              <a:t>Verdict</a:t>
            </a:r>
          </a:p>
        </p:txBody>
      </p:sp>
      <p:cxnSp>
        <p:nvCxnSpPr>
          <p:cNvPr id="48" name="line-47">
            <a:extLst xmlns:a="http://schemas.openxmlformats.org/drawingml/2006/main">
              <a:ext uri="{FF2B5EF4-FFF2-40B4-BE49-F238E27FC236}">
                <a16:creationId xmlns:a16="http://schemas.microsoft.com/office/drawing/2014/main" id="{0A99AE9C-B87A-4034-8AB3-DF7EC92C565E}"/>
              </a:ext>
            </a:extLst>
          </p:cNvPr>
          <p:cNvCxnSpPr/>
          <p:nvPr/>
        </p:nvCxnSpPr>
        <p:spPr>
          <a:xfrm xmlns:a="http://schemas.openxmlformats.org/drawingml/2006/main" flipH="0" flipV="0">
            <a:off x="3476625" y="2667000"/>
            <a:ext cx="76200" cy="0"/>
          </a:xfrm>
          <a:prstGeom xmlns:a="http://schemas.openxmlformats.org/drawingml/2006/main" prst="straightConnector1">
            <a:avLst/>
          </a:prstGeom>
          <a:ln xmlns:a="http://schemas.openxmlformats.org/drawingml/2006/main" w="11906">
            <a:solidFill>
              <a:srgbClr val="CC646A"/>
            </a:solidFill>
            <a:prstDash val="solid"/>
            <a:tailEnd type="triangle" w="sm" len="sm"/>
          </a:ln>
        </p:spPr>
      </p:cxnSp>
      <p:cxnSp>
        <p:nvCxnSpPr>
          <p:cNvPr id="49" name="line-48">
            <a:extLst xmlns:a="http://schemas.openxmlformats.org/drawingml/2006/main">
              <a:ext uri="{FF2B5EF4-FFF2-40B4-BE49-F238E27FC236}">
                <a16:creationId xmlns:a16="http://schemas.microsoft.com/office/drawing/2014/main" id="{C0EBE7F5-365B-4B65-A0F7-D3017838DC6D}"/>
              </a:ext>
            </a:extLst>
          </p:cNvPr>
          <p:cNvCxnSpPr/>
          <p:nvPr/>
        </p:nvCxnSpPr>
        <p:spPr>
          <a:xfrm xmlns:a="http://schemas.openxmlformats.org/drawingml/2006/main" flipH="0" flipV="0">
            <a:off x="4286250" y="2667000"/>
            <a:ext cx="76200" cy="0"/>
          </a:xfrm>
          <a:prstGeom xmlns:a="http://schemas.openxmlformats.org/drawingml/2006/main" prst="straightConnector1">
            <a:avLst/>
          </a:prstGeom>
          <a:ln xmlns:a="http://schemas.openxmlformats.org/drawingml/2006/main" w="11906">
            <a:solidFill>
              <a:srgbClr val="CC646A"/>
            </a:solidFill>
            <a:prstDash val="solid"/>
            <a:tailEnd type="triangle" w="sm" len="sm"/>
          </a:ln>
        </p:spPr>
      </p:cxnSp>
      <p:sp>
        <p:nvSpPr>
          <p:cNvPr id="50" name="line-49">
            <a:extLst xmlns:a="http://schemas.openxmlformats.org/drawingml/2006/main">
              <a:ext uri="{FF2B5EF4-FFF2-40B4-BE49-F238E27FC236}">
                <a16:creationId xmlns:a16="http://schemas.microsoft.com/office/drawing/2014/main" id="{CADC8BA3-8AA6-4C29-A9EA-762783A7FF9C}"/>
              </a:ext>
            </a:extLst>
          </p:cNvPr>
          <p:cNvSpPr>
            <a:spLocks xmlns:a="http://schemas.openxmlformats.org/drawingml/2006/main" noGrp="1"/>
          </p:cNvSpPr>
          <p:nvPr/>
        </p:nvSpPr>
        <p:spPr>
          <a:xfrm xmlns:a="http://schemas.openxmlformats.org/drawingml/2006/main" flipH="0" flipV="0">
            <a:off x="4733925" y="2838450"/>
            <a:ext cx="0" cy="76200"/>
          </a:xfrm>
          <a:prstGeom xmlns:a="http://schemas.openxmlformats.org/drawingml/2006/main" prst="line">
            <a:avLst/>
          </a:prstGeom>
          <a:ln xmlns:a="http://schemas.openxmlformats.org/drawingml/2006/main" w="11906">
            <a:solidFill>
              <a:srgbClr val="CC646A"/>
            </a:solidFill>
            <a:prstDash val="solid"/>
          </a:ln>
        </p:spPr>
      </p:sp>
      <p:sp>
        <p:nvSpPr>
          <p:cNvPr id="51" name="line-50">
            <a:extLst xmlns:a="http://schemas.openxmlformats.org/drawingml/2006/main">
              <a:ext uri="{FF2B5EF4-FFF2-40B4-BE49-F238E27FC236}">
                <a16:creationId xmlns:a16="http://schemas.microsoft.com/office/drawing/2014/main" id="{356C4424-E3D9-448D-B4F5-B3D7142A2E03}"/>
              </a:ext>
            </a:extLst>
          </p:cNvPr>
          <p:cNvSpPr>
            <a:spLocks xmlns:a="http://schemas.openxmlformats.org/drawingml/2006/main" noGrp="1"/>
          </p:cNvSpPr>
          <p:nvPr/>
        </p:nvSpPr>
        <p:spPr>
          <a:xfrm xmlns:a="http://schemas.openxmlformats.org/drawingml/2006/main" flipH="0" flipV="0">
            <a:off x="3114675" y="2914650"/>
            <a:ext cx="1619250" cy="0"/>
          </a:xfrm>
          <a:prstGeom xmlns:a="http://schemas.openxmlformats.org/drawingml/2006/main" prst="line">
            <a:avLst/>
          </a:prstGeom>
          <a:ln xmlns:a="http://schemas.openxmlformats.org/drawingml/2006/main" w="11906">
            <a:solidFill>
              <a:srgbClr val="CC646A"/>
            </a:solidFill>
            <a:prstDash val="solid"/>
          </a:ln>
        </p:spPr>
      </p:sp>
      <p:cxnSp>
        <p:nvCxnSpPr>
          <p:cNvPr id="52" name="line-51">
            <a:extLst xmlns:a="http://schemas.openxmlformats.org/drawingml/2006/main">
              <a:ext uri="{FF2B5EF4-FFF2-40B4-BE49-F238E27FC236}">
                <a16:creationId xmlns:a16="http://schemas.microsoft.com/office/drawing/2014/main" id="{D833D16F-6C02-475C-A369-B35E47F187A8}"/>
              </a:ext>
            </a:extLst>
          </p:cNvPr>
          <p:cNvCxnSpPr/>
          <p:nvPr/>
        </p:nvCxnSpPr>
        <p:spPr>
          <a:xfrm xmlns:a="http://schemas.openxmlformats.org/drawingml/2006/main" flipH="0" flipV="1">
            <a:off x="3114675" y="2838450"/>
            <a:ext cx="0" cy="76200"/>
          </a:xfrm>
          <a:prstGeom xmlns:a="http://schemas.openxmlformats.org/drawingml/2006/main" prst="straightConnector1">
            <a:avLst/>
          </a:prstGeom>
          <a:ln xmlns:a="http://schemas.openxmlformats.org/drawingml/2006/main" w="11906">
            <a:solidFill>
              <a:srgbClr val="CC646A"/>
            </a:solidFill>
            <a:prstDash val="solid"/>
            <a:tailEnd type="triangle" w="sm" len="sm"/>
          </a:ln>
        </p:spPr>
      </p:cxnSp>
      <p:sp>
        <p:nvSpPr>
          <p:cNvPr id="53" name="text-52">
            <a:extLst xmlns:a="http://schemas.openxmlformats.org/drawingml/2006/main">
              <a:ext uri="{FF2B5EF4-FFF2-40B4-BE49-F238E27FC236}">
                <a16:creationId xmlns:a16="http://schemas.microsoft.com/office/drawing/2014/main" id="{FB37C801-513F-44D7-9D14-436E1DB2D6DB}"/>
              </a:ext>
            </a:extLst>
          </p:cNvPr>
          <p:cNvSpPr>
            <a:spLocks xmlns:a="http://schemas.openxmlformats.org/drawingml/2006/main" noGrp="1"/>
          </p:cNvSpPr>
          <p:nvPr/>
        </p:nvSpPr>
        <p:spPr>
          <a:xfrm xmlns:a="http://schemas.openxmlformats.org/drawingml/2006/main">
            <a:off x="2762250" y="2962275"/>
            <a:ext cx="2333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00" b="0">
                <a:solidFill>
                  <a:srgbClr val="CC646A"/>
                </a:solidFill>
                <a:latin typeface="Comic Sans MS"/>
                <a:ea typeface="Comic Sans MS"/>
                <a:cs typeface="Comic Sans MS"/>
              </a:defRPr>
            </a:defPPr>
          </a:lstStyle>
          <a:p xmlns:a="http://schemas.openxmlformats.org/drawingml/2006/main">
            <a:pPr algn="ctr">
              <a:defRPr sz="1200" b="0">
                <a:solidFill>
                  <a:srgbClr val="CC646A"/>
                </a:solidFill>
                <a:latin typeface="Comic Sans MS"/>
                <a:ea typeface="Comic Sans MS"/>
                <a:cs typeface="Comic Sans MS"/>
              </a:defRPr>
            </a:pPr>
            <a:r>
              <a:rPr sz="1200" b="0">
                <a:solidFill>
                  <a:srgbClr val="CC646A"/>
                </a:solidFill>
                <a:latin typeface="Comic Sans MS"/>
                <a:ea typeface="Comic Sans MS"/>
                <a:cs typeface="Comic Sans MS"/>
              </a:rPr>
              <a:t>Same unchecked premise</a:t>
            </a:r>
          </a:p>
        </p:txBody>
      </p:sp>
      <p:sp>
        <p:nvSpPr>
          <p:cNvPr id="54" name="box-53">
            <a:extLst xmlns:a="http://schemas.openxmlformats.org/drawingml/2006/main">
              <a:ext uri="{FF2B5EF4-FFF2-40B4-BE49-F238E27FC236}">
                <a16:creationId xmlns:a16="http://schemas.microsoft.com/office/drawing/2014/main" id="{875601D8-47E2-4DFD-B908-FB5D3654205A}"/>
              </a:ext>
            </a:extLst>
          </p:cNvPr>
          <p:cNvSpPr>
            <a:spLocks xmlns:a="http://schemas.openxmlformats.org/drawingml/2006/main" noGrp="1"/>
          </p:cNvSpPr>
          <p:nvPr/>
        </p:nvSpPr>
        <p:spPr>
          <a:xfrm xmlns:a="http://schemas.openxmlformats.org/drawingml/2006/main">
            <a:off x="76200" y="3333750"/>
            <a:ext cx="5181600" cy="1543050"/>
          </a:xfrm>
          <a:prstGeom xmlns:a="http://schemas.openxmlformats.org/drawingml/2006/main" prst="roundRect">
            <a:avLst>
              <a:gd name="adj" fmla="val 10494"/>
            </a:avLst>
          </a:prstGeom>
          <a:solidFill xmlns:a="http://schemas.openxmlformats.org/drawingml/2006/main">
            <a:srgbClr val="FFF9F3"/>
          </a:solidFill>
          <a:ln xmlns:a="http://schemas.openxmlformats.org/drawingml/2006/main" w="9525">
            <a:solidFill>
              <a:srgbClr val="202734"/>
            </a:solidFill>
            <a:prstDash val="dashDot"/>
          </a:ln>
        </p:spPr>
      </p:sp>
      <p:sp>
        <p:nvSpPr>
          <p:cNvPr id="55" name="text-54">
            <a:extLst xmlns:a="http://schemas.openxmlformats.org/drawingml/2006/main">
              <a:ext uri="{FF2B5EF4-FFF2-40B4-BE49-F238E27FC236}">
                <a16:creationId xmlns:a16="http://schemas.microsoft.com/office/drawing/2014/main" id="{4B00EA2A-4A4D-4BA3-872B-40FB4F483C17}"/>
              </a:ext>
            </a:extLst>
          </p:cNvPr>
          <p:cNvSpPr>
            <a:spLocks xmlns:a="http://schemas.openxmlformats.org/drawingml/2006/main" noGrp="1"/>
          </p:cNvSpPr>
          <p:nvPr/>
        </p:nvSpPr>
        <p:spPr>
          <a:xfrm xmlns:a="http://schemas.openxmlformats.org/drawingml/2006/main">
            <a:off x="190500" y="3381375"/>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1">
                <a:solidFill>
                  <a:srgbClr val="202734"/>
                </a:solidFill>
                <a:latin typeface="Comic Sans MS"/>
                <a:ea typeface="Comic Sans MS"/>
                <a:cs typeface="Comic Sans MS"/>
              </a:defRPr>
            </a:defPPr>
          </a:lstStyle>
          <a:p xmlns:a="http://schemas.openxmlformats.org/drawingml/2006/main">
            <a:pPr algn="ctr">
              <a:defRPr sz="1500" b="0" i="1">
                <a:solidFill>
                  <a:srgbClr val="202734"/>
                </a:solidFill>
                <a:latin typeface="Comic Sans MS"/>
                <a:ea typeface="Comic Sans MS"/>
                <a:cs typeface="Comic Sans MS"/>
              </a:defRPr>
            </a:pPr>
            <a:r>
              <a:rPr sz="1500" b="0" i="1">
                <a:solidFill>
                  <a:srgbClr val="202734"/>
                </a:solidFill>
                <a:latin typeface="Comic Sans MS"/>
                <a:ea typeface="Comic Sans MS"/>
                <a:cs typeface="Comic Sans MS"/>
              </a:rPr>
              <a:t>Ours: Compare responsibility explanations</a:t>
            </a:r>
          </a:p>
        </p:txBody>
      </p:sp>
      <p:pic>
        <p:nvPicPr>
          <p:cNvPr id="56" name="">
            <a:extLst xmlns:a="http://schemas.openxmlformats.org/drawingml/2006/main">
              <a:ext uri="{FF2B5EF4-FFF2-40B4-BE49-F238E27FC236}">
                <a16:creationId xmlns:a16="http://schemas.microsoft.com/office/drawing/2014/main" id="{B9EF0FF9-5395-4616-8C86-62FCE51B5BBE}"/>
              </a:ext>
            </a:extLst>
          </p:cNvPr>
          <p:cNvPicPr>
            <a:picLocks xmlns:a="http://schemas.openxmlformats.org/drawingml/2006/main" noChangeAspect="1"/>
          </p:cNvPicPr>
          <p:nvPr/>
        </p:nvPicPr>
        <p:blipFill>
          <a:blip xmlns:r="http://schemas.openxmlformats.org/officeDocument/2006/relationships" xmlns:a="http://schemas.openxmlformats.org/drawingml/2006/main" r:embed="Ra549e651740d4d6e"/>
          <a:stretch xmlns:a="http://schemas.openxmlformats.org/drawingml/2006/main"/>
        </p:blipFill>
        <p:spPr>
          <a:xfrm xmlns:a="http://schemas.openxmlformats.org/drawingml/2006/main">
            <a:off x="219075" y="3795713"/>
            <a:ext cx="714375" cy="714375"/>
          </a:xfrm>
          <a:prstGeom xmlns:a="http://schemas.openxmlformats.org/drawingml/2006/main" prst="rect">
            <a:avLst/>
          </a:prstGeom>
        </p:spPr>
      </p:pic>
      <p:sp>
        <p:nvSpPr>
          <p:cNvPr id="57" name="text-55">
            <a:extLst xmlns:a="http://schemas.openxmlformats.org/drawingml/2006/main">
              <a:ext uri="{FF2B5EF4-FFF2-40B4-BE49-F238E27FC236}">
                <a16:creationId xmlns:a16="http://schemas.microsoft.com/office/drawing/2014/main" id="{323E50DB-B808-4244-AE58-59BEC2E142B5}"/>
              </a:ext>
            </a:extLst>
          </p:cNvPr>
          <p:cNvSpPr>
            <a:spLocks xmlns:a="http://schemas.openxmlformats.org/drawingml/2006/main" noGrp="1"/>
          </p:cNvSpPr>
          <p:nvPr/>
        </p:nvSpPr>
        <p:spPr>
          <a:xfrm xmlns:a="http://schemas.openxmlformats.org/drawingml/2006/main">
            <a:off x="209550" y="4591050"/>
            <a:ext cx="7334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00" b="0">
                <a:solidFill>
                  <a:srgbClr val="202734"/>
                </a:solidFill>
                <a:latin typeface="Comic Sans MS"/>
                <a:ea typeface="Comic Sans MS"/>
                <a:cs typeface="Comic Sans MS"/>
              </a:defRPr>
            </a:defPPr>
          </a:lstStyle>
          <a:p xmlns:a="http://schemas.openxmlformats.org/drawingml/2006/main">
            <a:pPr algn="ctr">
              <a:defRPr sz="1200" b="0">
                <a:solidFill>
                  <a:srgbClr val="202734"/>
                </a:solidFill>
                <a:latin typeface="Comic Sans MS"/>
                <a:ea typeface="Comic Sans MS"/>
                <a:cs typeface="Comic Sans MS"/>
              </a:defRPr>
            </a:pPr>
            <a:r>
              <a:rPr sz="1200" b="0">
                <a:solidFill>
                  <a:srgbClr val="202734"/>
                </a:solidFill>
                <a:latin typeface="Comic Sans MS"/>
                <a:ea typeface="Comic Sans MS"/>
                <a:cs typeface="Comic Sans MS"/>
              </a:rPr>
              <a:t>Judger</a:t>
            </a:r>
          </a:p>
        </p:txBody>
      </p:sp>
      <p:sp>
        <p:nvSpPr>
          <p:cNvPr id="58" name="box-56">
            <a:extLst xmlns:a="http://schemas.openxmlformats.org/drawingml/2006/main">
              <a:ext uri="{FF2B5EF4-FFF2-40B4-BE49-F238E27FC236}">
                <a16:creationId xmlns:a16="http://schemas.microsoft.com/office/drawing/2014/main" id="{497869F6-C277-4E00-9FAB-9FB01D004D3C}"/>
              </a:ext>
            </a:extLst>
          </p:cNvPr>
          <p:cNvSpPr>
            <a:spLocks xmlns:a="http://schemas.openxmlformats.org/drawingml/2006/main" noGrp="1"/>
          </p:cNvSpPr>
          <p:nvPr/>
        </p:nvSpPr>
        <p:spPr>
          <a:xfrm xmlns:a="http://schemas.openxmlformats.org/drawingml/2006/main">
            <a:off x="1028700" y="3705225"/>
            <a:ext cx="1990725" cy="1000125"/>
          </a:xfrm>
          <a:prstGeom xmlns:a="http://schemas.openxmlformats.org/drawingml/2006/main" prst="roundRect">
            <a:avLst>
              <a:gd name="adj" fmla="val 8571"/>
            </a:avLst>
          </a:prstGeom>
          <a:solidFill xmlns:a="http://schemas.openxmlformats.org/drawingml/2006/main">
            <a:srgbClr val="FFFCF8"/>
          </a:solidFill>
          <a:ln xmlns:a="http://schemas.openxmlformats.org/drawingml/2006/main" w="9525">
            <a:solidFill>
              <a:srgbClr val="A9947F"/>
            </a:solidFill>
            <a:prstDash val="dash"/>
          </a:ln>
        </p:spPr>
      </p:sp>
      <p:sp>
        <p:nvSpPr>
          <p:cNvPr id="59" name="node-57">
            <a:extLst xmlns:a="http://schemas.openxmlformats.org/drawingml/2006/main">
              <a:ext uri="{FF2B5EF4-FFF2-40B4-BE49-F238E27FC236}">
                <a16:creationId xmlns:a16="http://schemas.microsoft.com/office/drawing/2014/main" id="{6B88A70F-C482-4141-929B-5238E8A1D255}"/>
              </a:ext>
            </a:extLst>
          </p:cNvPr>
          <p:cNvSpPr>
            <a:spLocks xmlns:a="http://schemas.openxmlformats.org/drawingml/2006/main" noGrp="1"/>
          </p:cNvSpPr>
          <p:nvPr/>
        </p:nvSpPr>
        <p:spPr>
          <a:xfrm xmlns:a="http://schemas.openxmlformats.org/drawingml/2006/main">
            <a:off x="1095375" y="3752850"/>
            <a:ext cx="247650" cy="247650"/>
          </a:xfrm>
          <a:prstGeom xmlns:a="http://schemas.openxmlformats.org/drawingml/2006/main" prst="ellipse">
            <a:avLst/>
          </a:prstGeom>
          <a:solidFill xmlns:a="http://schemas.openxmlformats.org/drawingml/2006/main">
            <a:srgbClr val="FAE7E7"/>
          </a:solidFill>
          <a:ln xmlns:a="http://schemas.openxmlformats.org/drawingml/2006/main" w="10478">
            <a:solidFill>
              <a:srgbClr val="202734"/>
            </a:solidFill>
          </a:ln>
        </p:spPr>
        <p:txBody>
          <a:bodyPr xmlns:a="http://schemas.openxmlformats.org/drawingml/2006/main" wrap="none" lIns="0" tIns="0" rIns="0" bIns="0" anchor="ctr">
            <a:noAutofit/>
          </a:bodyPr>
          <a:lstStyle xmlns:a="http://schemas.openxmlformats.org/drawingml/2006/main">
            <a:defPPr algn="ctr">
              <a:defRPr sz="1200">
                <a:solidFill>
                  <a:srgbClr val="202734"/>
                </a:solidFill>
                <a:latin typeface="Comic Sans MS"/>
                <a:ea typeface="Comic Sans MS"/>
                <a:cs typeface="Comic Sans MS"/>
              </a:defRPr>
            </a:defPPr>
          </a:lstStyle>
          <a:p xmlns:a="http://schemas.openxmlformats.org/drawingml/2006/main">
            <a:pPr algn="ctr">
              <a:defRPr sz="1200">
                <a:solidFill>
                  <a:srgbClr val="202734"/>
                </a:solidFill>
                <a:latin typeface="Comic Sans MS"/>
                <a:ea typeface="Comic Sans MS"/>
                <a:cs typeface="Comic Sans MS"/>
              </a:defRPr>
            </a:pPr>
            <a:r>
              <a:rPr sz="1200">
                <a:solidFill>
                  <a:srgbClr val="202734"/>
                </a:solidFill>
                <a:latin typeface="Comic Sans MS"/>
                <a:ea typeface="Comic Sans MS"/>
                <a:cs typeface="Comic Sans MS"/>
              </a:rPr>
              <a:t>E1</a:t>
            </a:r>
          </a:p>
        </p:txBody>
      </p:sp>
      <p:sp>
        <p:nvSpPr>
          <p:cNvPr id="60" name="box-58">
            <a:extLst xmlns:a="http://schemas.openxmlformats.org/drawingml/2006/main">
              <a:ext uri="{FF2B5EF4-FFF2-40B4-BE49-F238E27FC236}">
                <a16:creationId xmlns:a16="http://schemas.microsoft.com/office/drawing/2014/main" id="{0C092C81-6B6A-4D13-BDC7-52E90918F5A2}"/>
              </a:ext>
            </a:extLst>
          </p:cNvPr>
          <p:cNvSpPr>
            <a:spLocks xmlns:a="http://schemas.openxmlformats.org/drawingml/2006/main" noGrp="1"/>
          </p:cNvSpPr>
          <p:nvPr/>
        </p:nvSpPr>
        <p:spPr>
          <a:xfrm xmlns:a="http://schemas.openxmlformats.org/drawingml/2006/main">
            <a:off x="1428750" y="3762375"/>
            <a:ext cx="1466850" cy="228600"/>
          </a:xfrm>
          <a:prstGeom xmlns:a="http://schemas.openxmlformats.org/drawingml/2006/main" prst="roundRect">
            <a:avLst>
              <a:gd name="adj" fmla="val 16667"/>
            </a:avLst>
          </a:prstGeom>
          <a:solidFill xmlns:a="http://schemas.openxmlformats.org/drawingml/2006/main">
            <a:srgbClr val="FAE7E7"/>
          </a:solidFill>
          <a:ln xmlns:a="http://schemas.openxmlformats.org/drawingml/2006/main" w="9525">
            <a:solidFill>
              <a:srgbClr val="202734"/>
            </a:solidFill>
            <a:prstDash val="solid"/>
          </a:ln>
        </p:spPr>
      </p:sp>
      <p:sp>
        <p:nvSpPr>
          <p:cNvPr id="61" name="text-59">
            <a:extLst xmlns:a="http://schemas.openxmlformats.org/drawingml/2006/main">
              <a:ext uri="{FF2B5EF4-FFF2-40B4-BE49-F238E27FC236}">
                <a16:creationId xmlns:a16="http://schemas.microsoft.com/office/drawing/2014/main" id="{185C148C-C3CA-46F0-955D-B5833E1C7190}"/>
              </a:ext>
            </a:extLst>
          </p:cNvPr>
          <p:cNvSpPr>
            <a:spLocks xmlns:a="http://schemas.openxmlformats.org/drawingml/2006/main" noGrp="1"/>
          </p:cNvSpPr>
          <p:nvPr/>
        </p:nvSpPr>
        <p:spPr>
          <a:xfrm xmlns:a="http://schemas.openxmlformats.org/drawingml/2006/main">
            <a:off x="1466850" y="3781425"/>
            <a:ext cx="1390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00" b="0">
                <a:solidFill>
                  <a:srgbClr val="202734"/>
                </a:solidFill>
                <a:latin typeface="Comic Sans MS"/>
                <a:ea typeface="Comic Sans MS"/>
                <a:cs typeface="Comic Sans MS"/>
              </a:defRPr>
            </a:defPPr>
          </a:lstStyle>
          <a:p xmlns:a="http://schemas.openxmlformats.org/drawingml/2006/main">
            <a:pPr algn="ctr">
              <a:defRPr sz="1200" b="0">
                <a:solidFill>
                  <a:srgbClr val="202734"/>
                </a:solidFill>
                <a:latin typeface="Comic Sans MS"/>
                <a:ea typeface="Comic Sans MS"/>
                <a:cs typeface="Comic Sans MS"/>
              </a:defRPr>
            </a:pPr>
            <a:r>
              <a:rPr sz="1200" b="0">
                <a:solidFill>
                  <a:srgbClr val="202734"/>
                </a:solidFill>
                <a:latin typeface="Comic Sans MS"/>
                <a:ea typeface="Comic Sans MS"/>
                <a:cs typeface="Comic Sans MS"/>
              </a:rPr>
              <a:t>e1: why E1</a:t>
            </a:r>
          </a:p>
        </p:txBody>
      </p:sp>
      <p:sp>
        <p:nvSpPr>
          <p:cNvPr id="62" name="node-60">
            <a:extLst xmlns:a="http://schemas.openxmlformats.org/drawingml/2006/main">
              <a:ext uri="{FF2B5EF4-FFF2-40B4-BE49-F238E27FC236}">
                <a16:creationId xmlns:a16="http://schemas.microsoft.com/office/drawing/2014/main" id="{D900F3A7-0ECD-4E92-9A2C-F0A184BC9182}"/>
              </a:ext>
            </a:extLst>
          </p:cNvPr>
          <p:cNvSpPr>
            <a:spLocks xmlns:a="http://schemas.openxmlformats.org/drawingml/2006/main" noGrp="1"/>
          </p:cNvSpPr>
          <p:nvPr/>
        </p:nvSpPr>
        <p:spPr>
          <a:xfrm xmlns:a="http://schemas.openxmlformats.org/drawingml/2006/main">
            <a:off x="1095375" y="4067175"/>
            <a:ext cx="247650" cy="247650"/>
          </a:xfrm>
          <a:prstGeom xmlns:a="http://schemas.openxmlformats.org/drawingml/2006/main" prst="ellipse">
            <a:avLst/>
          </a:prstGeom>
          <a:solidFill xmlns:a="http://schemas.openxmlformats.org/drawingml/2006/main">
            <a:srgbClr val="FFF2CD"/>
          </a:solidFill>
          <a:ln xmlns:a="http://schemas.openxmlformats.org/drawingml/2006/main" w="10478">
            <a:solidFill>
              <a:srgbClr val="202734"/>
            </a:solidFill>
          </a:ln>
        </p:spPr>
        <p:txBody>
          <a:bodyPr xmlns:a="http://schemas.openxmlformats.org/drawingml/2006/main" wrap="none" lIns="0" tIns="0" rIns="0" bIns="0" anchor="ctr">
            <a:noAutofit/>
          </a:bodyPr>
          <a:lstStyle xmlns:a="http://schemas.openxmlformats.org/drawingml/2006/main">
            <a:defPPr algn="ctr">
              <a:defRPr sz="1200">
                <a:solidFill>
                  <a:srgbClr val="202734"/>
                </a:solidFill>
                <a:latin typeface="Comic Sans MS"/>
                <a:ea typeface="Comic Sans MS"/>
                <a:cs typeface="Comic Sans MS"/>
              </a:defRPr>
            </a:defPPr>
          </a:lstStyle>
          <a:p xmlns:a="http://schemas.openxmlformats.org/drawingml/2006/main">
            <a:pPr algn="ctr">
              <a:defRPr sz="1200">
                <a:solidFill>
                  <a:srgbClr val="202734"/>
                </a:solidFill>
                <a:latin typeface="Comic Sans MS"/>
                <a:ea typeface="Comic Sans MS"/>
                <a:cs typeface="Comic Sans MS"/>
              </a:defRPr>
            </a:pPr>
            <a:r>
              <a:rPr sz="1200">
                <a:solidFill>
                  <a:srgbClr val="202734"/>
                </a:solidFill>
                <a:latin typeface="Comic Sans MS"/>
                <a:ea typeface="Comic Sans MS"/>
                <a:cs typeface="Comic Sans MS"/>
              </a:rPr>
              <a:t>E2</a:t>
            </a:r>
          </a:p>
        </p:txBody>
      </p:sp>
      <p:sp>
        <p:nvSpPr>
          <p:cNvPr id="63" name="box-61">
            <a:extLst xmlns:a="http://schemas.openxmlformats.org/drawingml/2006/main">
              <a:ext uri="{FF2B5EF4-FFF2-40B4-BE49-F238E27FC236}">
                <a16:creationId xmlns:a16="http://schemas.microsoft.com/office/drawing/2014/main" id="{0B8C7310-1996-4711-AD8E-500DB370FABA}"/>
              </a:ext>
            </a:extLst>
          </p:cNvPr>
          <p:cNvSpPr>
            <a:spLocks xmlns:a="http://schemas.openxmlformats.org/drawingml/2006/main" noGrp="1"/>
          </p:cNvSpPr>
          <p:nvPr/>
        </p:nvSpPr>
        <p:spPr>
          <a:xfrm xmlns:a="http://schemas.openxmlformats.org/drawingml/2006/main">
            <a:off x="1428750" y="4076700"/>
            <a:ext cx="1466850" cy="228600"/>
          </a:xfrm>
          <a:prstGeom xmlns:a="http://schemas.openxmlformats.org/drawingml/2006/main" prst="roundRect">
            <a:avLst>
              <a:gd name="adj" fmla="val 16667"/>
            </a:avLst>
          </a:prstGeom>
          <a:solidFill xmlns:a="http://schemas.openxmlformats.org/drawingml/2006/main">
            <a:srgbClr val="FFF2CD"/>
          </a:solidFill>
          <a:ln xmlns:a="http://schemas.openxmlformats.org/drawingml/2006/main" w="9525">
            <a:solidFill>
              <a:srgbClr val="202734"/>
            </a:solidFill>
            <a:prstDash val="solid"/>
          </a:ln>
        </p:spPr>
      </p:sp>
      <p:sp>
        <p:nvSpPr>
          <p:cNvPr id="64" name="text-62">
            <a:extLst xmlns:a="http://schemas.openxmlformats.org/drawingml/2006/main">
              <a:ext uri="{FF2B5EF4-FFF2-40B4-BE49-F238E27FC236}">
                <a16:creationId xmlns:a16="http://schemas.microsoft.com/office/drawing/2014/main" id="{32EB3C1B-BD85-4ECF-9F99-035D7ABCCA91}"/>
              </a:ext>
            </a:extLst>
          </p:cNvPr>
          <p:cNvSpPr>
            <a:spLocks xmlns:a="http://schemas.openxmlformats.org/drawingml/2006/main" noGrp="1"/>
          </p:cNvSpPr>
          <p:nvPr/>
        </p:nvSpPr>
        <p:spPr>
          <a:xfrm xmlns:a="http://schemas.openxmlformats.org/drawingml/2006/main">
            <a:off x="1466850" y="4095750"/>
            <a:ext cx="1390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00" b="0">
                <a:solidFill>
                  <a:srgbClr val="202734"/>
                </a:solidFill>
                <a:latin typeface="Comic Sans MS"/>
                <a:ea typeface="Comic Sans MS"/>
                <a:cs typeface="Comic Sans MS"/>
              </a:defRPr>
            </a:defPPr>
          </a:lstStyle>
          <a:p xmlns:a="http://schemas.openxmlformats.org/drawingml/2006/main">
            <a:pPr algn="ctr">
              <a:defRPr sz="1200" b="0">
                <a:solidFill>
                  <a:srgbClr val="202734"/>
                </a:solidFill>
                <a:latin typeface="Comic Sans MS"/>
                <a:ea typeface="Comic Sans MS"/>
                <a:cs typeface="Comic Sans MS"/>
              </a:defRPr>
            </a:pPr>
            <a:r>
              <a:rPr sz="1200" b="0">
                <a:solidFill>
                  <a:srgbClr val="202734"/>
                </a:solidFill>
                <a:latin typeface="Comic Sans MS"/>
                <a:ea typeface="Comic Sans MS"/>
                <a:cs typeface="Comic Sans MS"/>
              </a:rPr>
              <a:t>e2: why E2</a:t>
            </a:r>
          </a:p>
        </p:txBody>
      </p:sp>
      <p:sp>
        <p:nvSpPr>
          <p:cNvPr id="65" name="node-63">
            <a:extLst xmlns:a="http://schemas.openxmlformats.org/drawingml/2006/main">
              <a:ext uri="{FF2B5EF4-FFF2-40B4-BE49-F238E27FC236}">
                <a16:creationId xmlns:a16="http://schemas.microsoft.com/office/drawing/2014/main" id="{93D161A2-A113-4092-AE2F-79BC8C9937E6}"/>
              </a:ext>
            </a:extLst>
          </p:cNvPr>
          <p:cNvSpPr>
            <a:spLocks xmlns:a="http://schemas.openxmlformats.org/drawingml/2006/main" noGrp="1"/>
          </p:cNvSpPr>
          <p:nvPr/>
        </p:nvSpPr>
        <p:spPr>
          <a:xfrm xmlns:a="http://schemas.openxmlformats.org/drawingml/2006/main">
            <a:off x="1095375" y="4381500"/>
            <a:ext cx="247650" cy="247650"/>
          </a:xfrm>
          <a:prstGeom xmlns:a="http://schemas.openxmlformats.org/drawingml/2006/main" prst="ellipse">
            <a:avLst/>
          </a:prstGeom>
          <a:solidFill xmlns:a="http://schemas.openxmlformats.org/drawingml/2006/main">
            <a:srgbClr val="EEE5F6"/>
          </a:solidFill>
          <a:ln xmlns:a="http://schemas.openxmlformats.org/drawingml/2006/main" w="10478">
            <a:solidFill>
              <a:srgbClr val="202734"/>
            </a:solidFill>
          </a:ln>
        </p:spPr>
        <p:txBody>
          <a:bodyPr xmlns:a="http://schemas.openxmlformats.org/drawingml/2006/main" wrap="none" lIns="0" tIns="0" rIns="0" bIns="0" anchor="ctr">
            <a:noAutofit/>
          </a:bodyPr>
          <a:lstStyle xmlns:a="http://schemas.openxmlformats.org/drawingml/2006/main">
            <a:defPPr algn="ctr">
              <a:defRPr sz="1200">
                <a:solidFill>
                  <a:srgbClr val="202734"/>
                </a:solidFill>
                <a:latin typeface="Comic Sans MS"/>
                <a:ea typeface="Comic Sans MS"/>
                <a:cs typeface="Comic Sans MS"/>
              </a:defRPr>
            </a:defPPr>
          </a:lstStyle>
          <a:p xmlns:a="http://schemas.openxmlformats.org/drawingml/2006/main">
            <a:pPr algn="ctr">
              <a:defRPr sz="1200">
                <a:solidFill>
                  <a:srgbClr val="202734"/>
                </a:solidFill>
                <a:latin typeface="Comic Sans MS"/>
                <a:ea typeface="Comic Sans MS"/>
                <a:cs typeface="Comic Sans MS"/>
              </a:defRPr>
            </a:pPr>
            <a:r>
              <a:rPr sz="1200">
                <a:solidFill>
                  <a:srgbClr val="202734"/>
                </a:solidFill>
                <a:latin typeface="Comic Sans MS"/>
                <a:ea typeface="Comic Sans MS"/>
                <a:cs typeface="Comic Sans MS"/>
              </a:rPr>
              <a:t>E3</a:t>
            </a:r>
          </a:p>
        </p:txBody>
      </p:sp>
      <p:sp>
        <p:nvSpPr>
          <p:cNvPr id="66" name="box-64">
            <a:extLst xmlns:a="http://schemas.openxmlformats.org/drawingml/2006/main">
              <a:ext uri="{FF2B5EF4-FFF2-40B4-BE49-F238E27FC236}">
                <a16:creationId xmlns:a16="http://schemas.microsoft.com/office/drawing/2014/main" id="{BE975497-CD45-4E9E-BEE4-025FB6846BE2}"/>
              </a:ext>
            </a:extLst>
          </p:cNvPr>
          <p:cNvSpPr>
            <a:spLocks xmlns:a="http://schemas.openxmlformats.org/drawingml/2006/main" noGrp="1"/>
          </p:cNvSpPr>
          <p:nvPr/>
        </p:nvSpPr>
        <p:spPr>
          <a:xfrm xmlns:a="http://schemas.openxmlformats.org/drawingml/2006/main">
            <a:off x="1428750" y="4391025"/>
            <a:ext cx="1466850" cy="228600"/>
          </a:xfrm>
          <a:prstGeom xmlns:a="http://schemas.openxmlformats.org/drawingml/2006/main" prst="roundRect">
            <a:avLst>
              <a:gd name="adj" fmla="val 16667"/>
            </a:avLst>
          </a:prstGeom>
          <a:solidFill xmlns:a="http://schemas.openxmlformats.org/drawingml/2006/main">
            <a:srgbClr val="EEE5F6"/>
          </a:solidFill>
          <a:ln xmlns:a="http://schemas.openxmlformats.org/drawingml/2006/main" w="9525">
            <a:solidFill>
              <a:srgbClr val="202734"/>
            </a:solidFill>
            <a:prstDash val="solid"/>
          </a:ln>
        </p:spPr>
      </p:sp>
      <p:sp>
        <p:nvSpPr>
          <p:cNvPr id="67" name="text-65">
            <a:extLst xmlns:a="http://schemas.openxmlformats.org/drawingml/2006/main">
              <a:ext uri="{FF2B5EF4-FFF2-40B4-BE49-F238E27FC236}">
                <a16:creationId xmlns:a16="http://schemas.microsoft.com/office/drawing/2014/main" id="{AD3C7BE7-49F6-4F14-97D5-50B340FC24D6}"/>
              </a:ext>
            </a:extLst>
          </p:cNvPr>
          <p:cNvSpPr>
            <a:spLocks xmlns:a="http://schemas.openxmlformats.org/drawingml/2006/main" noGrp="1"/>
          </p:cNvSpPr>
          <p:nvPr/>
        </p:nvSpPr>
        <p:spPr>
          <a:xfrm xmlns:a="http://schemas.openxmlformats.org/drawingml/2006/main">
            <a:off x="1466850" y="4410075"/>
            <a:ext cx="1390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00" b="0">
                <a:solidFill>
                  <a:srgbClr val="202734"/>
                </a:solidFill>
                <a:latin typeface="Comic Sans MS"/>
                <a:ea typeface="Comic Sans MS"/>
                <a:cs typeface="Comic Sans MS"/>
              </a:defRPr>
            </a:defPPr>
          </a:lstStyle>
          <a:p xmlns:a="http://schemas.openxmlformats.org/drawingml/2006/main">
            <a:pPr algn="ctr">
              <a:defRPr sz="1200" b="0">
                <a:solidFill>
                  <a:srgbClr val="202734"/>
                </a:solidFill>
                <a:latin typeface="Comic Sans MS"/>
                <a:ea typeface="Comic Sans MS"/>
                <a:cs typeface="Comic Sans MS"/>
              </a:defRPr>
            </a:pPr>
            <a:r>
              <a:rPr sz="1200" b="0">
                <a:solidFill>
                  <a:srgbClr val="202734"/>
                </a:solidFill>
                <a:latin typeface="Comic Sans MS"/>
                <a:ea typeface="Comic Sans MS"/>
                <a:cs typeface="Comic Sans MS"/>
              </a:rPr>
              <a:t>e3: why E3</a:t>
            </a:r>
          </a:p>
        </p:txBody>
      </p:sp>
      <p:cxnSp>
        <p:nvCxnSpPr>
          <p:cNvPr id="68" name="line-66">
            <a:extLst xmlns:a="http://schemas.openxmlformats.org/drawingml/2006/main">
              <a:ext uri="{FF2B5EF4-FFF2-40B4-BE49-F238E27FC236}">
                <a16:creationId xmlns:a16="http://schemas.microsoft.com/office/drawing/2014/main" id="{791A1212-C1A2-4BC5-8D50-5A1E97C9745C}"/>
              </a:ext>
            </a:extLst>
          </p:cNvPr>
          <p:cNvCxnSpPr/>
          <p:nvPr/>
        </p:nvCxnSpPr>
        <p:spPr>
          <a:xfrm xmlns:a="http://schemas.openxmlformats.org/drawingml/2006/main" flipH="0" flipV="0">
            <a:off x="3057525" y="4191000"/>
            <a:ext cx="228600" cy="0"/>
          </a:xfrm>
          <a:prstGeom xmlns:a="http://schemas.openxmlformats.org/drawingml/2006/main" prst="straightConnector1">
            <a:avLst/>
          </a:prstGeom>
          <a:ln xmlns:a="http://schemas.openxmlformats.org/drawingml/2006/main" w="11906">
            <a:solidFill>
              <a:srgbClr val="202734"/>
            </a:solidFill>
            <a:prstDash val="solid"/>
            <a:tailEnd type="triangle" w="sm" len="sm"/>
          </a:ln>
        </p:spPr>
      </p:cxnSp>
      <p:sp>
        <p:nvSpPr>
          <p:cNvPr id="69" name="box-67">
            <a:extLst xmlns:a="http://schemas.openxmlformats.org/drawingml/2006/main">
              <a:ext uri="{FF2B5EF4-FFF2-40B4-BE49-F238E27FC236}">
                <a16:creationId xmlns:a16="http://schemas.microsoft.com/office/drawing/2014/main" id="{ACAD7AA3-8E0D-4E3A-8F73-23A0F59FA7B3}"/>
              </a:ext>
            </a:extLst>
          </p:cNvPr>
          <p:cNvSpPr>
            <a:spLocks xmlns:a="http://schemas.openxmlformats.org/drawingml/2006/main" noGrp="1"/>
          </p:cNvSpPr>
          <p:nvPr/>
        </p:nvSpPr>
        <p:spPr>
          <a:xfrm xmlns:a="http://schemas.openxmlformats.org/drawingml/2006/main">
            <a:off x="3352800" y="3724275"/>
            <a:ext cx="1733550" cy="266700"/>
          </a:xfrm>
          <a:prstGeom xmlns:a="http://schemas.openxmlformats.org/drawingml/2006/main" prst="roundRect">
            <a:avLst>
              <a:gd name="adj" fmla="val 17857"/>
            </a:avLst>
          </a:prstGeom>
          <a:solidFill xmlns:a="http://schemas.openxmlformats.org/drawingml/2006/main">
            <a:srgbClr val="F5E2CE"/>
          </a:solidFill>
          <a:ln xmlns:a="http://schemas.openxmlformats.org/drawingml/2006/main" w="9525">
            <a:solidFill>
              <a:srgbClr val="202734"/>
            </a:solidFill>
            <a:prstDash val="solid"/>
          </a:ln>
        </p:spPr>
      </p:sp>
      <p:sp>
        <p:nvSpPr>
          <p:cNvPr id="70" name="text-68">
            <a:extLst xmlns:a="http://schemas.openxmlformats.org/drawingml/2006/main">
              <a:ext uri="{FF2B5EF4-FFF2-40B4-BE49-F238E27FC236}">
                <a16:creationId xmlns:a16="http://schemas.microsoft.com/office/drawing/2014/main" id="{1AC779B9-C005-4113-A3CF-10A6D7862E27}"/>
              </a:ext>
            </a:extLst>
          </p:cNvPr>
          <p:cNvSpPr>
            <a:spLocks xmlns:a="http://schemas.openxmlformats.org/drawingml/2006/main" noGrp="1"/>
          </p:cNvSpPr>
          <p:nvPr/>
        </p:nvSpPr>
        <p:spPr>
          <a:xfrm xmlns:a="http://schemas.openxmlformats.org/drawingml/2006/main">
            <a:off x="3390900" y="3752850"/>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00" b="0">
                <a:solidFill>
                  <a:srgbClr val="202734"/>
                </a:solidFill>
                <a:latin typeface="Comic Sans MS"/>
                <a:ea typeface="Comic Sans MS"/>
                <a:cs typeface="Comic Sans MS"/>
              </a:defRPr>
            </a:defPPr>
          </a:lstStyle>
          <a:p xmlns:a="http://schemas.openxmlformats.org/drawingml/2006/main">
            <a:pPr algn="ctr">
              <a:defRPr sz="1200" b="0">
                <a:solidFill>
                  <a:srgbClr val="202734"/>
                </a:solidFill>
                <a:latin typeface="Comic Sans MS"/>
                <a:ea typeface="Comic Sans MS"/>
                <a:cs typeface="Comic Sans MS"/>
              </a:defRPr>
            </a:pPr>
            <a:r>
              <a:rPr sz="1200" b="0">
                <a:solidFill>
                  <a:srgbClr val="202734"/>
                </a:solidFill>
                <a:latin typeface="Comic Sans MS"/>
                <a:ea typeface="Comic Sans MS"/>
                <a:cs typeface="Comic Sans MS"/>
              </a:rPr>
              <a:t>Compare premises</a:t>
            </a:r>
          </a:p>
        </p:txBody>
      </p:sp>
      <p:cxnSp>
        <p:nvCxnSpPr>
          <p:cNvPr id="71" name="line-69">
            <a:extLst xmlns:a="http://schemas.openxmlformats.org/drawingml/2006/main">
              <a:ext uri="{FF2B5EF4-FFF2-40B4-BE49-F238E27FC236}">
                <a16:creationId xmlns:a16="http://schemas.microsoft.com/office/drawing/2014/main" id="{15521080-23A4-4A2C-811B-FCE65FE814A6}"/>
              </a:ext>
            </a:extLst>
          </p:cNvPr>
          <p:cNvCxnSpPr/>
          <p:nvPr/>
        </p:nvCxnSpPr>
        <p:spPr>
          <a:xfrm xmlns:a="http://schemas.openxmlformats.org/drawingml/2006/main" flipH="0" flipV="0">
            <a:off x="4219575" y="4010025"/>
            <a:ext cx="0" cy="66675"/>
          </a:xfrm>
          <a:prstGeom xmlns:a="http://schemas.openxmlformats.org/drawingml/2006/main" prst="straightConnector1">
            <a:avLst/>
          </a:prstGeom>
          <a:ln xmlns:a="http://schemas.openxmlformats.org/drawingml/2006/main" w="11906">
            <a:solidFill>
              <a:srgbClr val="202734"/>
            </a:solidFill>
            <a:prstDash val="solid"/>
            <a:tailEnd type="triangle" w="sm" len="sm"/>
          </a:ln>
        </p:spPr>
      </p:cxnSp>
      <p:sp>
        <p:nvSpPr>
          <p:cNvPr id="72" name="box-70">
            <a:extLst xmlns:a="http://schemas.openxmlformats.org/drawingml/2006/main">
              <a:ext uri="{FF2B5EF4-FFF2-40B4-BE49-F238E27FC236}">
                <a16:creationId xmlns:a16="http://schemas.microsoft.com/office/drawing/2014/main" id="{33B71AAF-805B-43BD-83E7-2475DC1EF393}"/>
              </a:ext>
            </a:extLst>
          </p:cNvPr>
          <p:cNvSpPr>
            <a:spLocks xmlns:a="http://schemas.openxmlformats.org/drawingml/2006/main" noGrp="1"/>
          </p:cNvSpPr>
          <p:nvPr/>
        </p:nvSpPr>
        <p:spPr>
          <a:xfrm xmlns:a="http://schemas.openxmlformats.org/drawingml/2006/main">
            <a:off x="3352800" y="4105275"/>
            <a:ext cx="1733550" cy="266700"/>
          </a:xfrm>
          <a:prstGeom xmlns:a="http://schemas.openxmlformats.org/drawingml/2006/main" prst="roundRect">
            <a:avLst>
              <a:gd name="adj" fmla="val 17857"/>
            </a:avLst>
          </a:prstGeom>
          <a:solidFill xmlns:a="http://schemas.openxmlformats.org/drawingml/2006/main">
            <a:srgbClr val="E8F1E5"/>
          </a:solidFill>
          <a:ln xmlns:a="http://schemas.openxmlformats.org/drawingml/2006/main" w="9525">
            <a:solidFill>
              <a:srgbClr val="202734"/>
            </a:solidFill>
            <a:prstDash val="solid"/>
          </a:ln>
        </p:spPr>
      </p:sp>
      <p:sp>
        <p:nvSpPr>
          <p:cNvPr id="73" name="text-71">
            <a:extLst xmlns:a="http://schemas.openxmlformats.org/drawingml/2006/main">
              <a:ext uri="{FF2B5EF4-FFF2-40B4-BE49-F238E27FC236}">
                <a16:creationId xmlns:a16="http://schemas.microsoft.com/office/drawing/2014/main" id="{8901FBE1-A8CE-4682-943B-C50295E79B32}"/>
              </a:ext>
            </a:extLst>
          </p:cNvPr>
          <p:cNvSpPr>
            <a:spLocks xmlns:a="http://schemas.openxmlformats.org/drawingml/2006/main" noGrp="1"/>
          </p:cNvSpPr>
          <p:nvPr/>
        </p:nvSpPr>
        <p:spPr>
          <a:xfrm xmlns:a="http://schemas.openxmlformats.org/drawingml/2006/main">
            <a:off x="3390900" y="4133850"/>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00" b="0">
                <a:solidFill>
                  <a:srgbClr val="202734"/>
                </a:solidFill>
                <a:latin typeface="Comic Sans MS"/>
                <a:ea typeface="Comic Sans MS"/>
                <a:cs typeface="Comic Sans MS"/>
              </a:defRPr>
            </a:defPPr>
          </a:lstStyle>
          <a:p xmlns:a="http://schemas.openxmlformats.org/drawingml/2006/main">
            <a:pPr algn="ctr">
              <a:defRPr sz="1200" b="0">
                <a:solidFill>
                  <a:srgbClr val="202734"/>
                </a:solidFill>
                <a:latin typeface="Comic Sans MS"/>
                <a:ea typeface="Comic Sans MS"/>
                <a:cs typeface="Comic Sans MS"/>
              </a:defRPr>
            </a:pPr>
            <a:r>
              <a:rPr sz="1200" b="0">
                <a:solidFill>
                  <a:srgbClr val="202734"/>
                </a:solidFill>
                <a:latin typeface="Comic Sans MS"/>
                <a:ea typeface="Comic Sans MS"/>
                <a:cs typeface="Comic Sans MS"/>
              </a:rPr>
              <a:t>Check evidence</a:t>
            </a:r>
          </a:p>
        </p:txBody>
      </p:sp>
      <p:cxnSp>
        <p:nvCxnSpPr>
          <p:cNvPr id="74" name="line-72">
            <a:extLst xmlns:a="http://schemas.openxmlformats.org/drawingml/2006/main">
              <a:ext uri="{FF2B5EF4-FFF2-40B4-BE49-F238E27FC236}">
                <a16:creationId xmlns:a16="http://schemas.microsoft.com/office/drawing/2014/main" id="{61DE3CCC-3F33-419D-A70B-79F2B40D09AC}"/>
              </a:ext>
            </a:extLst>
          </p:cNvPr>
          <p:cNvCxnSpPr/>
          <p:nvPr/>
        </p:nvCxnSpPr>
        <p:spPr>
          <a:xfrm xmlns:a="http://schemas.openxmlformats.org/drawingml/2006/main" flipH="0" flipV="0">
            <a:off x="4219575" y="4391025"/>
            <a:ext cx="0" cy="57150"/>
          </a:xfrm>
          <a:prstGeom xmlns:a="http://schemas.openxmlformats.org/drawingml/2006/main" prst="straightConnector1">
            <a:avLst/>
          </a:prstGeom>
          <a:ln xmlns:a="http://schemas.openxmlformats.org/drawingml/2006/main" w="11906">
            <a:solidFill>
              <a:srgbClr val="202734"/>
            </a:solidFill>
            <a:prstDash val="solid"/>
            <a:tailEnd type="triangle" w="sm" len="sm"/>
          </a:ln>
        </p:spPr>
      </p:cxnSp>
      <p:sp>
        <p:nvSpPr>
          <p:cNvPr id="75" name="text-73">
            <a:extLst xmlns:a="http://schemas.openxmlformats.org/drawingml/2006/main">
              <a:ext uri="{FF2B5EF4-FFF2-40B4-BE49-F238E27FC236}">
                <a16:creationId xmlns:a16="http://schemas.microsoft.com/office/drawing/2014/main" id="{250EAFC6-0C9F-45BB-9F47-3D8D832502E5}"/>
              </a:ext>
            </a:extLst>
          </p:cNvPr>
          <p:cNvSpPr>
            <a:spLocks xmlns:a="http://schemas.openxmlformats.org/drawingml/2006/main" noGrp="1"/>
          </p:cNvSpPr>
          <p:nvPr/>
        </p:nvSpPr>
        <p:spPr>
          <a:xfrm xmlns:a="http://schemas.openxmlformats.org/drawingml/2006/main">
            <a:off x="3314700" y="447675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00" b="0">
                <a:solidFill>
                  <a:srgbClr val="202734"/>
                </a:solidFill>
                <a:latin typeface="Comic Sans MS"/>
                <a:ea typeface="Comic Sans MS"/>
                <a:cs typeface="Comic Sans MS"/>
              </a:defRPr>
            </a:defPPr>
          </a:lstStyle>
          <a:p xmlns:a="http://schemas.openxmlformats.org/drawingml/2006/main">
            <a:pPr algn="ctr">
              <a:defRPr sz="1200" b="0">
                <a:solidFill>
                  <a:srgbClr val="202734"/>
                </a:solidFill>
                <a:latin typeface="Comic Sans MS"/>
                <a:ea typeface="Comic Sans MS"/>
                <a:cs typeface="Comic Sans MS"/>
              </a:defRPr>
            </a:pPr>
            <a:r>
              <a:rPr sz="1200" b="0">
                <a:solidFill>
                  <a:srgbClr val="202734"/>
                </a:solidFill>
                <a:latin typeface="Comic Sans MS"/>
                <a:ea typeface="Comic Sans MS"/>
                <a:cs typeface="Comic Sans MS"/>
              </a:rPr>
              <a:t>Keep / revise / reject</a:t>
            </a:r>
          </a:p>
        </p:txBody>
      </p:sp>
      <p:sp>
        <p:nvSpPr>
          <p:cNvPr id="76" name="line-74">
            <a:extLst xmlns:a="http://schemas.openxmlformats.org/drawingml/2006/main">
              <a:ext uri="{FF2B5EF4-FFF2-40B4-BE49-F238E27FC236}">
                <a16:creationId xmlns:a16="http://schemas.microsoft.com/office/drawing/2014/main" id="{84AF30E2-8CA2-48C9-B604-8DE8D9FF20B5}"/>
              </a:ext>
            </a:extLst>
          </p:cNvPr>
          <p:cNvSpPr>
            <a:spLocks xmlns:a="http://schemas.openxmlformats.org/drawingml/2006/main" noGrp="1"/>
          </p:cNvSpPr>
          <p:nvPr/>
        </p:nvSpPr>
        <p:spPr>
          <a:xfrm xmlns:a="http://schemas.openxmlformats.org/drawingml/2006/main" flipH="1" flipV="0">
            <a:off x="3114675" y="4781550"/>
            <a:ext cx="1104900" cy="0"/>
          </a:xfrm>
          <a:prstGeom xmlns:a="http://schemas.openxmlformats.org/drawingml/2006/main" prst="line">
            <a:avLst/>
          </a:prstGeom>
          <a:ln xmlns:a="http://schemas.openxmlformats.org/drawingml/2006/main" w="9525">
            <a:solidFill>
              <a:srgbClr val="202734"/>
            </a:solidFill>
            <a:prstDash val="solid"/>
          </a:ln>
        </p:spPr>
      </p:sp>
      <p:sp>
        <p:nvSpPr>
          <p:cNvPr id="77" name="line-75">
            <a:extLst xmlns:a="http://schemas.openxmlformats.org/drawingml/2006/main">
              <a:ext uri="{FF2B5EF4-FFF2-40B4-BE49-F238E27FC236}">
                <a16:creationId xmlns:a16="http://schemas.microsoft.com/office/drawing/2014/main" id="{CC488394-F2BC-41D4-89E3-32E7D5173A03}"/>
              </a:ext>
            </a:extLst>
          </p:cNvPr>
          <p:cNvSpPr>
            <a:spLocks xmlns:a="http://schemas.openxmlformats.org/drawingml/2006/main" noGrp="1"/>
          </p:cNvSpPr>
          <p:nvPr/>
        </p:nvSpPr>
        <p:spPr>
          <a:xfrm xmlns:a="http://schemas.openxmlformats.org/drawingml/2006/main" flipH="0" flipV="1">
            <a:off x="3114675" y="4505325"/>
            <a:ext cx="0" cy="276225"/>
          </a:xfrm>
          <a:prstGeom xmlns:a="http://schemas.openxmlformats.org/drawingml/2006/main" prst="line">
            <a:avLst/>
          </a:prstGeom>
          <a:ln xmlns:a="http://schemas.openxmlformats.org/drawingml/2006/main" w="9525">
            <a:solidFill>
              <a:srgbClr val="202734"/>
            </a:solidFill>
            <a:prstDash val="solid"/>
          </a:ln>
        </p:spPr>
      </p:sp>
      <p:cxnSp>
        <p:nvCxnSpPr>
          <p:cNvPr id="78" name="line-76">
            <a:extLst xmlns:a="http://schemas.openxmlformats.org/drawingml/2006/main">
              <a:ext uri="{FF2B5EF4-FFF2-40B4-BE49-F238E27FC236}">
                <a16:creationId xmlns:a16="http://schemas.microsoft.com/office/drawing/2014/main" id="{3EE5D69D-E93D-4CC9-970A-B85E5F74B9AF}"/>
              </a:ext>
            </a:extLst>
          </p:cNvPr>
          <p:cNvCxnSpPr/>
          <p:nvPr/>
        </p:nvCxnSpPr>
        <p:spPr>
          <a:xfrm xmlns:a="http://schemas.openxmlformats.org/drawingml/2006/main" flipH="1" flipV="0">
            <a:off x="3038475" y="4505325"/>
            <a:ext cx="76200" cy="0"/>
          </a:xfrm>
          <a:prstGeom xmlns:a="http://schemas.openxmlformats.org/drawingml/2006/main" prst="straightConnector1">
            <a:avLst/>
          </a:prstGeom>
          <a:ln xmlns:a="http://schemas.openxmlformats.org/drawingml/2006/main" w="11906">
            <a:solidFill>
              <a:srgbClr val="202734"/>
            </a:solidFill>
            <a:prstDash val="solid"/>
            <a:tailEnd type="triangle" w="sm" len="sm"/>
          </a:ln>
        </p:spPr>
      </p:cxnSp>
    </p:spTree>
    <p:extLst>
      <p:ext uri="{BB962C8B-B14F-4D97-AF65-F5344CB8AC3E}">
        <p14:creationId xmlns:p14="http://schemas.microsoft.com/office/powerpoint/2010/main" val="21232159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Neo</dc:creator>
  <lastModifiedBy>Walnut Exporter</lastModifiedBy>
  <dc:title>Presentation</dc:title>
  <dcterms:created xsi:type="dcterms:W3CDTF">2026-10-11T01:20:00.8250000Z</dcterms:created>
  <dcterms:modified xsi:type="dcterms:W3CDTF">2026-10-11T01:20:00.8260000Z</dcterms:modified>
</coreProperties>
</file>