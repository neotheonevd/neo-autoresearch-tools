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ce28e6fa13420b" /><Relationship Type="http://schemas.openxmlformats.org/officeDocument/2006/relationships/extended-properties" Target="/docProps/app.xml" Id="Re5ced11d04994d3a" /><Relationship Type="http://schemas.openxmlformats.org/officeDocument/2006/relationships/officeDocument" Target="/ppt/presentation.xml" Id="Rbd91787d419c44b7" /></Relationships>
</file>

<file path=ppt/presentation.xml><?xml version="1.0" encoding="utf-8"?>
<p:presentation xmlns:p="http://schemas.openxmlformats.org/presentationml/2006/main">
  <p:sldMasterIdLst>
    <p:sldMasterId xmlns:r="http://schemas.openxmlformats.org/officeDocument/2006/relationships" id="2147483648" r:id="Re03eb38a63f440e6"/>
  </p:sldMasterIdLst>
  <p:notesMasterIdLst>
    <p:notesMasterId xmlns:r="http://schemas.openxmlformats.org/officeDocument/2006/relationships" r:id="R6b95e5bcdfa3441c"/>
  </p:notesMasterIdLst>
  <p:sldIdLst>
    <p:sldId xmlns:r="http://schemas.openxmlformats.org/officeDocument/2006/relationships" id="256" r:id="Rb73fcf8f469e4e0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4791e5c8b84e4d" /><Relationship Type="http://schemas.openxmlformats.org/officeDocument/2006/relationships/slideMaster" Target="/ppt/slideMasters/slideMaster1.xml" Id="Re03eb38a63f440e6" /><Relationship Type="http://schemas.openxmlformats.org/officeDocument/2006/relationships/notesMaster" Target="/ppt/notesMasters/notesMaster1.xml" Id="R6b95e5bcdfa3441c" /><Relationship Type="http://schemas.openxmlformats.org/officeDocument/2006/relationships/presProps" Target="/ppt/presProps.xml" Id="Re90e8d32df6f4f50" /><Relationship Type="http://schemas.openxmlformats.org/officeDocument/2006/relationships/tableStyles" Target="/ppt/tableStyles.xml" Id="Racdaf040a9734158" /><Relationship Type="http://schemas.openxmlformats.org/officeDocument/2006/relationships/slide" Target="/ppt/slides/slide1.xml" Id="Rb73fcf8f469e4e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5828b2c64a41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a4db2336174334" /><Relationship Type="http://schemas.openxmlformats.org/officeDocument/2006/relationships/notesMaster" Target="/ppt/notesMasters/notesMaster1.xml" Id="R300947e0e77248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framework following user sketch. Reader and Relation Analyst are parallel roles, both receiving the same AIG-inspired influence map and original trace access. Reader retrieves source evidence and context; Relation Analyst models tentative error dependency, correction and independent impact. Both feed Judger separately; there is no Reader-to-Analyst serial dependency. Judger compares evidence-grounded candidate-specific responsibility arguments, can request additional reading or relation revision and outputs agent and exact step when supported. Candidate graphs schematic, not confirmed dataset annotations. Common bottom feedback branch requests both kinds of work as appropriate, not compulsory extra calls. AIG https://arxiv.org/html/2608.24361v1 . Comic Sans MS, native editable text and graph shapes; cartoon mascots from built-in image generation. No performance claims. Judger maintains an explanation population: each individual is a candidate error plus its responsibility argument. Comparing key premises requests evidence from the parallel roles, then retains, revises or rejects arguments. Rejection requires contradiction or a resolved non-responsibility case, not merely absent evidence. P(t+1) is shown with retained E1, revised E3 and rejected E2 schematically. The mechanism is evidence-driven candidate-set revision, not genetic crossover or a claim of evolutionary optimization. Missing support remains uncertain. Termination uses resolution or budget and outputs attribution with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58a43c11d846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27a3e113c24e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f3a434cf374e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672ab04d3747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0888322a4444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d6da9769a045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37EA6D-3CED-4EB3-9DFF-92A11E09DC12}"/>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4BA8ED-3687-4250-9B97-4C88F821283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08AD2B8-29EE-47C7-9702-71FB8CBBC0EE}"/>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1A3E93-C256-428E-87CF-B0E3B33527C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1064F36-2D02-4067-ACDA-46C2A5A49206}"/>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D11128C-DD23-4D0D-B2B0-57AFAED640F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77F007-1107-4F17-B96E-A84E8B679B7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07E40E-1A3A-4CB4-9BD0-60138E5C44EC}"/>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038662-CE6B-44DF-8837-020162D38FA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753FBA-C8AF-4120-9711-EEDF973CB74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3d278fc2184599" /><Relationship Type="http://schemas.openxmlformats.org/officeDocument/2006/relationships/slideLayout" Target="/ppt/slideLayouts/slideLayout1.xml" Id="Rd36c9f0455f246d1" /><Relationship Type="http://schemas.openxmlformats.org/officeDocument/2006/relationships/slideLayout" Target="/ppt/slideLayouts/slideLayout2.xml" Id="R1aa6dd4943b24354" /><Relationship Type="http://schemas.openxmlformats.org/officeDocument/2006/relationships/slideLayout" Target="/ppt/slideLayouts/slideLayout3.xml" Id="R39e40fb74b674e64" /><Relationship Type="http://schemas.openxmlformats.org/officeDocument/2006/relationships/slideLayout" Target="/ppt/slideLayouts/slideLayout4.xml" Id="R4c81ae4c8cfa4d8f" /><Relationship Type="http://schemas.openxmlformats.org/officeDocument/2006/relationships/slideLayout" Target="/ppt/slideLayouts/slideLayout5.xml" Id="R320999d4536343f3" /><Relationship Type="http://schemas.openxmlformats.org/officeDocument/2006/relationships/slideLayout" Target="/ppt/slideLayouts/slideLayout6.xml" Id="R22ff200b52684b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6c9f0455f246d1"/>
    <p:sldLayoutId xmlns:r="http://schemas.openxmlformats.org/officeDocument/2006/relationships" id="2147483650" r:id="R1aa6dd4943b24354"/>
    <p:sldLayoutId xmlns:r="http://schemas.openxmlformats.org/officeDocument/2006/relationships" id="2147483651" r:id="R39e40fb74b674e64"/>
    <p:sldLayoutId xmlns:r="http://schemas.openxmlformats.org/officeDocument/2006/relationships" id="2147483652" r:id="R4c81ae4c8cfa4d8f"/>
    <p:sldLayoutId xmlns:r="http://schemas.openxmlformats.org/officeDocument/2006/relationships" id="2147483653" r:id="R320999d4536343f3"/>
    <p:sldLayoutId xmlns:r="http://schemas.openxmlformats.org/officeDocument/2006/relationships" id="2147483654" r:id="R22ff200b52684b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252def553e4fb9" /><Relationship Type="http://schemas.openxmlformats.org/officeDocument/2006/relationships/image" Target="/ppt/media/image.png" Id="Rb2703c8f91c24d8f" /><Relationship Type="http://schemas.openxmlformats.org/officeDocument/2006/relationships/image" Target="/ppt/media/image2.png" Id="Rd84fb63b431044a8" /><Relationship Type="http://schemas.openxmlformats.org/officeDocument/2006/relationships/image" Target="/ppt/media/image3.png" Id="Rf51740cc24f641f1" /><Relationship Type="http://schemas.openxmlformats.org/officeDocument/2006/relationships/image" Target="/ppt/media/image4.png" Id="R0f479affa7ec499e" /><Relationship Type="http://schemas.openxmlformats.org/officeDocument/2006/relationships/notesSlide" Target="/ppt/notesSlides/notesSlide1.xml" Id="Rc399bc051b91490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rect-1">
            <a:extLst xmlns:a="http://schemas.openxmlformats.org/drawingml/2006/main">
              <a:ext uri="{FF2B5EF4-FFF2-40B4-BE49-F238E27FC236}">
                <a16:creationId xmlns:a16="http://schemas.microsoft.com/office/drawing/2014/main" id="{A024CCCE-0C6B-4814-91C5-BBEE6BA7EA59}"/>
              </a:ext>
            </a:extLst>
          </p:cNvPr>
          <p:cNvSpPr>
            <a:spLocks xmlns:a="http://schemas.openxmlformats.org/drawingml/2006/main" noGrp="1"/>
          </p:cNvSpPr>
          <p:nvPr/>
        </p:nvSpPr>
        <p:spPr>
          <a:xfrm xmlns:a="http://schemas.openxmlformats.org/drawingml/2006/main">
            <a:off x="238125" y="2143125"/>
            <a:ext cx="3238500" cy="4191000"/>
          </a:xfrm>
          <a:prstGeom xmlns:a="http://schemas.openxmlformats.org/drawingml/2006/main" prst="roundRect">
            <a:avLst>
              <a:gd name="adj" fmla="val 7941"/>
            </a:avLst>
          </a:prstGeom>
          <a:solidFill xmlns:a="http://schemas.openxmlformats.org/drawingml/2006/main">
            <a:srgbClr val="FAFCFF"/>
          </a:solidFill>
          <a:ln xmlns:a="http://schemas.openxmlformats.org/drawingml/2006/main" w="10478">
            <a:solidFill>
              <a:srgbClr val="20232A"/>
            </a:solidFill>
            <a:prstDash val="dashDot"/>
          </a:ln>
        </p:spPr>
      </p:sp>
      <p:sp>
        <p:nvSpPr>
          <p:cNvPr id="2" name="rect-2">
            <a:extLst xmlns:a="http://schemas.openxmlformats.org/drawingml/2006/main">
              <a:ext uri="{FF2B5EF4-FFF2-40B4-BE49-F238E27FC236}">
                <a16:creationId xmlns:a16="http://schemas.microsoft.com/office/drawing/2014/main" id="{548E1C16-82DC-49CA-9C52-044189093FC2}"/>
              </a:ext>
            </a:extLst>
          </p:cNvPr>
          <p:cNvSpPr>
            <a:spLocks xmlns:a="http://schemas.openxmlformats.org/drawingml/2006/main" noGrp="1"/>
          </p:cNvSpPr>
          <p:nvPr/>
        </p:nvSpPr>
        <p:spPr>
          <a:xfrm xmlns:a="http://schemas.openxmlformats.org/drawingml/2006/main">
            <a:off x="3762375" y="2143125"/>
            <a:ext cx="5429250" cy="1894332"/>
          </a:xfrm>
          <a:prstGeom xmlns:a="http://schemas.openxmlformats.org/drawingml/2006/main" prst="roundRect">
            <a:avLst>
              <a:gd name="adj" fmla="val 12570"/>
            </a:avLst>
          </a:prstGeom>
          <a:solidFill xmlns:a="http://schemas.openxmlformats.org/drawingml/2006/main">
            <a:srgbClr val="F6FBF8"/>
          </a:solidFill>
          <a:ln xmlns:a="http://schemas.openxmlformats.org/drawingml/2006/main" w="10478">
            <a:solidFill>
              <a:srgbClr val="20232A"/>
            </a:solidFill>
            <a:prstDash val="dashDot"/>
          </a:ln>
        </p:spPr>
      </p:sp>
      <p:sp>
        <p:nvSpPr>
          <p:cNvPr id="3" name="rect-3">
            <a:extLst xmlns:a="http://schemas.openxmlformats.org/drawingml/2006/main">
              <a:ext uri="{FF2B5EF4-FFF2-40B4-BE49-F238E27FC236}">
                <a16:creationId xmlns:a16="http://schemas.microsoft.com/office/drawing/2014/main" id="{1C1B9452-1DA0-4747-80F8-BF94A066FF44}"/>
              </a:ext>
            </a:extLst>
          </p:cNvPr>
          <p:cNvSpPr>
            <a:spLocks xmlns:a="http://schemas.openxmlformats.org/drawingml/2006/main" noGrp="1"/>
          </p:cNvSpPr>
          <p:nvPr/>
        </p:nvSpPr>
        <p:spPr>
          <a:xfrm xmlns:a="http://schemas.openxmlformats.org/drawingml/2006/main">
            <a:off x="3762375" y="4179951"/>
            <a:ext cx="5429250" cy="2154174"/>
          </a:xfrm>
          <a:prstGeom xmlns:a="http://schemas.openxmlformats.org/drawingml/2006/main" prst="roundRect">
            <a:avLst>
              <a:gd name="adj" fmla="val 11054"/>
            </a:avLst>
          </a:prstGeom>
          <a:solidFill xmlns:a="http://schemas.openxmlformats.org/drawingml/2006/main">
            <a:srgbClr val="FAF7FD"/>
          </a:solidFill>
          <a:ln xmlns:a="http://schemas.openxmlformats.org/drawingml/2006/main" w="10478">
            <a:solidFill>
              <a:srgbClr val="20232A"/>
            </a:solidFill>
            <a:prstDash val="dashDot"/>
          </a:ln>
        </p:spPr>
      </p:sp>
      <p:sp>
        <p:nvSpPr>
          <p:cNvPr id="4" name="rect-4">
            <a:extLst xmlns:a="http://schemas.openxmlformats.org/drawingml/2006/main">
              <a:ext uri="{FF2B5EF4-FFF2-40B4-BE49-F238E27FC236}">
                <a16:creationId xmlns:a16="http://schemas.microsoft.com/office/drawing/2014/main" id="{504D0E81-546C-4251-825E-F8621699199F}"/>
              </a:ext>
            </a:extLst>
          </p:cNvPr>
          <p:cNvSpPr>
            <a:spLocks xmlns:a="http://schemas.openxmlformats.org/drawingml/2006/main" noGrp="1"/>
          </p:cNvSpPr>
          <p:nvPr/>
        </p:nvSpPr>
        <p:spPr>
          <a:xfrm xmlns:a="http://schemas.openxmlformats.org/drawingml/2006/main">
            <a:off x="9620250" y="2143125"/>
            <a:ext cx="5381625" cy="4191000"/>
          </a:xfrm>
          <a:prstGeom xmlns:a="http://schemas.openxmlformats.org/drawingml/2006/main" prst="roundRect">
            <a:avLst>
              <a:gd name="adj" fmla="val 6136"/>
            </a:avLst>
          </a:prstGeom>
          <a:solidFill xmlns:a="http://schemas.openxmlformats.org/drawingml/2006/main">
            <a:srgbClr val="FFF9F3"/>
          </a:solidFill>
          <a:ln xmlns:a="http://schemas.openxmlformats.org/drawingml/2006/main" w="10478">
            <a:solidFill>
              <a:srgbClr val="20232A"/>
            </a:solidFill>
            <a:prstDash val="dashDot"/>
          </a:ln>
        </p:spPr>
      </p:sp>
      <p:sp>
        <p:nvSpPr>
          <p:cNvPr id="5" name="label-5">
            <a:extLst xmlns:a="http://schemas.openxmlformats.org/drawingml/2006/main">
              <a:ext uri="{FF2B5EF4-FFF2-40B4-BE49-F238E27FC236}">
                <a16:creationId xmlns:a16="http://schemas.microsoft.com/office/drawing/2014/main" id="{F8A5D651-4B3B-4A96-8376-7DD43D98FB79}"/>
              </a:ext>
            </a:extLst>
          </p:cNvPr>
          <p:cNvSpPr>
            <a:spLocks xmlns:a="http://schemas.openxmlformats.org/drawingml/2006/main" noGrp="1"/>
          </p:cNvSpPr>
          <p:nvPr/>
        </p:nvSpPr>
        <p:spPr>
          <a:xfrm xmlns:a="http://schemas.openxmlformats.org/drawingml/2006/main">
            <a:off x="428625" y="223266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i="0">
                <a:solidFill>
                  <a:srgbClr val="20232A"/>
                </a:solidFill>
                <a:latin typeface="Comic Sans MS"/>
                <a:ea typeface="Comic Sans MS"/>
                <a:cs typeface="Comic Sans MS"/>
              </a:defRPr>
            </a:defPPr>
          </a:lstStyle>
          <a:p xmlns:a="http://schemas.openxmlformats.org/drawingml/2006/main">
            <a:pPr algn="ctr">
              <a:defRPr sz="1800" b="0" i="0">
                <a:solidFill>
                  <a:srgbClr val="20232A"/>
                </a:solidFill>
                <a:latin typeface="Comic Sans MS"/>
                <a:ea typeface="Comic Sans MS"/>
                <a:cs typeface="Comic Sans MS"/>
              </a:defRPr>
            </a:pPr>
            <a:r>
              <a:rPr sz="1800" b="0" i="0">
                <a:solidFill>
                  <a:srgbClr val="20232A"/>
                </a:solidFill>
                <a:latin typeface="Comic Sans MS"/>
                <a:ea typeface="Comic Sans MS"/>
                <a:cs typeface="Comic Sans MS"/>
              </a:rPr>
              <a:t>Influence Map</a:t>
            </a:r>
          </a:p>
        </p:txBody>
      </p:sp>
      <p:pic>
        <p:nvPicPr>
          <p:cNvPr id="6" name="">
            <a:extLst xmlns:a="http://schemas.openxmlformats.org/drawingml/2006/main">
              <a:ext uri="{FF2B5EF4-FFF2-40B4-BE49-F238E27FC236}">
                <a16:creationId xmlns:a16="http://schemas.microsoft.com/office/drawing/2014/main" id="{23ED3F62-D3A1-4C13-BB7F-F56C55B4400F}"/>
              </a:ext>
            </a:extLst>
          </p:cNvPr>
          <p:cNvPicPr>
            <a:picLocks xmlns:a="http://schemas.openxmlformats.org/drawingml/2006/main" noChangeAspect="1"/>
          </p:cNvPicPr>
          <p:nvPr/>
        </p:nvPicPr>
        <p:blipFill>
          <a:blip xmlns:r="http://schemas.openxmlformats.org/officeDocument/2006/relationships" xmlns:a="http://schemas.openxmlformats.org/drawingml/2006/main" r:embed="Rb2703c8f91c24d8f"/>
          <a:srcRect xmlns:a="http://schemas.openxmlformats.org/drawingml/2006/main" l="24000" t="18000" r="24000" b="20000"/>
          <a:stretch xmlns:a="http://schemas.openxmlformats.org/drawingml/2006/main"/>
        </p:blipFill>
        <p:spPr>
          <a:xfrm xmlns:a="http://schemas.openxmlformats.org/drawingml/2006/main">
            <a:off x="419100" y="2679573"/>
            <a:ext cx="542925" cy="620268"/>
          </a:xfrm>
          <a:prstGeom xmlns:a="http://schemas.openxmlformats.org/drawingml/2006/main" prst="rect">
            <a:avLst/>
          </a:prstGeom>
        </p:spPr>
      </p:pic>
      <p:cxnSp>
        <p:nvCxnSpPr>
          <p:cNvPr id="7" name="edge-6">
            <a:extLst xmlns:a="http://schemas.openxmlformats.org/drawingml/2006/main">
              <a:ext uri="{FF2B5EF4-FFF2-40B4-BE49-F238E27FC236}">
                <a16:creationId xmlns:a16="http://schemas.microsoft.com/office/drawing/2014/main" id="{E3D2C621-4D42-4076-B528-BAE16C851F08}"/>
              </a:ext>
            </a:extLst>
          </p:cNvPr>
          <p:cNvCxnSpPr/>
          <p:nvPr/>
        </p:nvCxnSpPr>
        <p:spPr>
          <a:xfrm xmlns:a="http://schemas.openxmlformats.org/drawingml/2006/main" flipH="0" flipV="0">
            <a:off x="1000125" y="2972943"/>
            <a:ext cx="180975" cy="0"/>
          </a:xfrm>
          <a:prstGeom xmlns:a="http://schemas.openxmlformats.org/drawingml/2006/main" prst="straightConnector1">
            <a:avLst/>
          </a:prstGeom>
          <a:ln xmlns:a="http://schemas.openxmlformats.org/drawingml/2006/main" w="14288">
            <a:solidFill>
              <a:srgbClr val="122852"/>
            </a:solidFill>
            <a:prstDash val="solid"/>
            <a:tailEnd type="triangle" w="sm" len="sm"/>
          </a:ln>
        </p:spPr>
      </p:cxnSp>
      <p:sp>
        <p:nvSpPr>
          <p:cNvPr id="8" name="rect-7">
            <a:extLst xmlns:a="http://schemas.openxmlformats.org/drawingml/2006/main">
              <a:ext uri="{FF2B5EF4-FFF2-40B4-BE49-F238E27FC236}">
                <a16:creationId xmlns:a16="http://schemas.microsoft.com/office/drawing/2014/main" id="{BC4DA645-3D37-4DC0-8F7B-9725B2AC02E2}"/>
              </a:ext>
            </a:extLst>
          </p:cNvPr>
          <p:cNvSpPr>
            <a:spLocks xmlns:a="http://schemas.openxmlformats.org/drawingml/2006/main" noGrp="1"/>
          </p:cNvSpPr>
          <p:nvPr/>
        </p:nvSpPr>
        <p:spPr>
          <a:xfrm xmlns:a="http://schemas.openxmlformats.org/drawingml/2006/main">
            <a:off x="1238250" y="2763393"/>
            <a:ext cx="1028700" cy="402336"/>
          </a:xfrm>
          <a:prstGeom xmlns:a="http://schemas.openxmlformats.org/drawingml/2006/main" prst="roundRect">
            <a:avLst>
              <a:gd name="adj" fmla="val 14205"/>
            </a:avLst>
          </a:prstGeom>
          <a:solidFill xmlns:a="http://schemas.openxmlformats.org/drawingml/2006/main">
            <a:srgbClr val="FFFFFF"/>
          </a:solidFill>
          <a:ln xmlns:a="http://schemas.openxmlformats.org/drawingml/2006/main" w="10478">
            <a:solidFill>
              <a:srgbClr val="20232A"/>
            </a:solidFill>
            <a:prstDash val="solid"/>
          </a:ln>
        </p:spPr>
      </p:sp>
      <p:sp>
        <p:nvSpPr>
          <p:cNvPr id="9" name="label-8">
            <a:extLst xmlns:a="http://schemas.openxmlformats.org/drawingml/2006/main">
              <a:ext uri="{FF2B5EF4-FFF2-40B4-BE49-F238E27FC236}">
                <a16:creationId xmlns:a16="http://schemas.microsoft.com/office/drawing/2014/main" id="{6D659835-B177-417D-921E-3F6A423F5729}"/>
              </a:ext>
            </a:extLst>
          </p:cNvPr>
          <p:cNvSpPr>
            <a:spLocks xmlns:a="http://schemas.openxmlformats.org/drawingml/2006/main" noGrp="1"/>
          </p:cNvSpPr>
          <p:nvPr/>
        </p:nvSpPr>
        <p:spPr>
          <a:xfrm xmlns:a="http://schemas.openxmlformats.org/drawingml/2006/main">
            <a:off x="1285875" y="2793683"/>
            <a:ext cx="933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i="0">
                <a:solidFill>
                  <a:srgbClr val="20232A"/>
                </a:solidFill>
                <a:latin typeface="Comic Sans MS"/>
                <a:ea typeface="Comic Sans MS"/>
                <a:cs typeface="Comic Sans MS"/>
              </a:defRPr>
            </a:defPPr>
          </a:lstStyle>
          <a:p xmlns:a="http://schemas.openxmlformats.org/drawingml/2006/main">
            <a:pPr algn="ctr">
              <a:defRPr sz="1575" b="0" i="0">
                <a:solidFill>
                  <a:srgbClr val="20232A"/>
                </a:solidFill>
                <a:latin typeface="Comic Sans MS"/>
                <a:ea typeface="Comic Sans MS"/>
                <a:cs typeface="Comic Sans MS"/>
              </a:defRPr>
            </a:pPr>
            <a:r>
              <a:rPr sz="1575" b="0" i="0">
                <a:solidFill>
                  <a:srgbClr val="20232A"/>
                </a:solidFill>
                <a:latin typeface="Comic Sans MS"/>
                <a:ea typeface="Comic Sans MS"/>
                <a:cs typeface="Comic Sans MS"/>
              </a:rPr>
              <a:t>Builder</a:t>
            </a:r>
          </a:p>
        </p:txBody>
      </p:sp>
      <p:sp>
        <p:nvSpPr>
          <p:cNvPr id="10" name="rect-9">
            <a:extLst xmlns:a="http://schemas.openxmlformats.org/drawingml/2006/main">
              <a:ext uri="{FF2B5EF4-FFF2-40B4-BE49-F238E27FC236}">
                <a16:creationId xmlns:a16="http://schemas.microsoft.com/office/drawing/2014/main" id="{4D7921C1-B5B4-4B39-B8DD-2BA5E0C0DA02}"/>
              </a:ext>
            </a:extLst>
          </p:cNvPr>
          <p:cNvSpPr>
            <a:spLocks xmlns:a="http://schemas.openxmlformats.org/drawingml/2006/main" noGrp="1"/>
          </p:cNvSpPr>
          <p:nvPr/>
        </p:nvSpPr>
        <p:spPr>
          <a:xfrm xmlns:a="http://schemas.openxmlformats.org/drawingml/2006/main">
            <a:off x="2428875" y="2771775"/>
            <a:ext cx="847725" cy="385572"/>
          </a:xfrm>
          <a:prstGeom xmlns:a="http://schemas.openxmlformats.org/drawingml/2006/main" prst="roundRect">
            <a:avLst>
              <a:gd name="adj" fmla="val 14822"/>
            </a:avLst>
          </a:prstGeom>
          <a:solidFill xmlns:a="http://schemas.openxmlformats.org/drawingml/2006/main">
            <a:srgbClr val="E8DEF2"/>
          </a:solidFill>
          <a:ln xmlns:a="http://schemas.openxmlformats.org/drawingml/2006/main" w="10478">
            <a:solidFill>
              <a:srgbClr val="20232A"/>
            </a:solidFill>
            <a:prstDash val="solid"/>
          </a:ln>
        </p:spPr>
      </p:sp>
      <p:sp>
        <p:nvSpPr>
          <p:cNvPr id="11" name="label-10">
            <a:extLst xmlns:a="http://schemas.openxmlformats.org/drawingml/2006/main">
              <a:ext uri="{FF2B5EF4-FFF2-40B4-BE49-F238E27FC236}">
                <a16:creationId xmlns:a16="http://schemas.microsoft.com/office/drawing/2014/main" id="{4078E081-BE42-4EA3-8456-E094C399C6C5}"/>
              </a:ext>
            </a:extLst>
          </p:cNvPr>
          <p:cNvSpPr>
            <a:spLocks xmlns:a="http://schemas.openxmlformats.org/drawingml/2006/main" noGrp="1"/>
          </p:cNvSpPr>
          <p:nvPr/>
        </p:nvSpPr>
        <p:spPr>
          <a:xfrm xmlns:a="http://schemas.openxmlformats.org/drawingml/2006/main">
            <a:off x="2466975" y="2803208"/>
            <a:ext cx="771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32A"/>
                </a:solidFill>
                <a:latin typeface="Comic Sans MS"/>
                <a:ea typeface="Comic Sans MS"/>
                <a:cs typeface="Comic Sans MS"/>
              </a:defRPr>
            </a:defPPr>
          </a:lstStyle>
          <a:p xmlns:a="http://schemas.openxmlformats.org/drawingml/2006/main">
            <a:pPr algn="ctr">
              <a:defRPr sz="1500" b="0" i="0">
                <a:solidFill>
                  <a:srgbClr val="20232A"/>
                </a:solidFill>
                <a:latin typeface="Comic Sans MS"/>
                <a:ea typeface="Comic Sans MS"/>
                <a:cs typeface="Comic Sans MS"/>
              </a:defRPr>
            </a:pPr>
            <a:r>
              <a:rPr sz="1500" b="0" i="0">
                <a:solidFill>
                  <a:srgbClr val="20232A"/>
                </a:solidFill>
                <a:latin typeface="Comic Sans MS"/>
                <a:ea typeface="Comic Sans MS"/>
                <a:cs typeface="Comic Sans MS"/>
              </a:rPr>
              <a:t>Critic</a:t>
            </a:r>
          </a:p>
        </p:txBody>
      </p:sp>
      <p:cxnSp>
        <p:nvCxnSpPr>
          <p:cNvPr id="12" name="edge-11">
            <a:extLst xmlns:a="http://schemas.openxmlformats.org/drawingml/2006/main">
              <a:ext uri="{FF2B5EF4-FFF2-40B4-BE49-F238E27FC236}">
                <a16:creationId xmlns:a16="http://schemas.microsoft.com/office/drawing/2014/main" id="{BB2BB944-CB89-46E5-B614-BBD78371AFC7}"/>
              </a:ext>
            </a:extLst>
          </p:cNvPr>
          <p:cNvCxnSpPr/>
          <p:nvPr/>
        </p:nvCxnSpPr>
        <p:spPr>
          <a:xfrm xmlns:a="http://schemas.openxmlformats.org/drawingml/2006/main" flipH="0" flipV="0">
            <a:off x="2305050" y="2872359"/>
            <a:ext cx="76200" cy="0"/>
          </a:xfrm>
          <a:prstGeom xmlns:a="http://schemas.openxmlformats.org/drawingml/2006/main" prst="straightConnector1">
            <a:avLst/>
          </a:prstGeom>
          <a:ln xmlns:a="http://schemas.openxmlformats.org/drawingml/2006/main" w="12383">
            <a:solidFill>
              <a:srgbClr val="122852"/>
            </a:solidFill>
            <a:prstDash val="solid"/>
            <a:tailEnd type="triangle" w="sm" len="sm"/>
          </a:ln>
        </p:spPr>
      </p:cxnSp>
      <p:cxnSp>
        <p:nvCxnSpPr>
          <p:cNvPr id="13" name="edge-12">
            <a:extLst xmlns:a="http://schemas.openxmlformats.org/drawingml/2006/main">
              <a:ext uri="{FF2B5EF4-FFF2-40B4-BE49-F238E27FC236}">
                <a16:creationId xmlns:a16="http://schemas.microsoft.com/office/drawing/2014/main" id="{D0E17345-5311-4BD8-ABEE-1D5C646D40CF}"/>
              </a:ext>
            </a:extLst>
          </p:cNvPr>
          <p:cNvCxnSpPr/>
          <p:nvPr/>
        </p:nvCxnSpPr>
        <p:spPr>
          <a:xfrm xmlns:a="http://schemas.openxmlformats.org/drawingml/2006/main" flipH="1" flipV="0">
            <a:off x="2305050" y="3081909"/>
            <a:ext cx="76200" cy="0"/>
          </a:xfrm>
          <a:prstGeom xmlns:a="http://schemas.openxmlformats.org/drawingml/2006/main" prst="straightConnector1">
            <a:avLst/>
          </a:prstGeom>
          <a:ln xmlns:a="http://schemas.openxmlformats.org/drawingml/2006/main" w="12383">
            <a:solidFill>
              <a:srgbClr val="122852"/>
            </a:solidFill>
            <a:prstDash val="solid"/>
            <a:tailEnd type="triangle" w="sm" len="sm"/>
          </a:ln>
        </p:spPr>
      </p:cxnSp>
      <p:sp>
        <p:nvSpPr>
          <p:cNvPr id="14" name="label-13">
            <a:extLst xmlns:a="http://schemas.openxmlformats.org/drawingml/2006/main">
              <a:ext uri="{FF2B5EF4-FFF2-40B4-BE49-F238E27FC236}">
                <a16:creationId xmlns:a16="http://schemas.microsoft.com/office/drawing/2014/main" id="{CBDAFC02-0EA3-4501-81B3-6663D725AC7E}"/>
              </a:ext>
            </a:extLst>
          </p:cNvPr>
          <p:cNvSpPr>
            <a:spLocks xmlns:a="http://schemas.openxmlformats.org/drawingml/2006/main" noGrp="1"/>
          </p:cNvSpPr>
          <p:nvPr/>
        </p:nvSpPr>
        <p:spPr>
          <a:xfrm xmlns:a="http://schemas.openxmlformats.org/drawingml/2006/main">
            <a:off x="419100" y="3308985"/>
            <a:ext cx="2886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75" b="0" i="0">
                <a:solidFill>
                  <a:srgbClr val="20232A"/>
                </a:solidFill>
                <a:latin typeface="Comic Sans MS"/>
                <a:ea typeface="Comic Sans MS"/>
                <a:cs typeface="Comic Sans MS"/>
              </a:defRPr>
            </a:defPPr>
          </a:lstStyle>
          <a:p xmlns:a="http://schemas.openxmlformats.org/drawingml/2006/main">
            <a:pPr algn="ctr">
              <a:defRPr sz="1275" b="0" i="0">
                <a:solidFill>
                  <a:srgbClr val="20232A"/>
                </a:solidFill>
                <a:latin typeface="Comic Sans MS"/>
                <a:ea typeface="Comic Sans MS"/>
                <a:cs typeface="Comic Sans MS"/>
              </a:defRPr>
            </a:pPr>
            <a:r>
              <a:rPr sz="1275" b="0" i="0">
                <a:solidFill>
                  <a:srgbClr val="20232A"/>
                </a:solidFill>
                <a:latin typeface="Comic Sans MS"/>
                <a:ea typeface="Comic Sans MS"/>
                <a:cs typeface="Comic Sans MS"/>
              </a:rPr>
              <a:t>Trace-backed actions and influence</a:t>
            </a:r>
          </a:p>
        </p:txBody>
      </p:sp>
      <p:cxnSp>
        <p:nvCxnSpPr>
          <p:cNvPr id="15" name="edge-14">
            <a:extLst xmlns:a="http://schemas.openxmlformats.org/drawingml/2006/main">
              <a:ext uri="{FF2B5EF4-FFF2-40B4-BE49-F238E27FC236}">
                <a16:creationId xmlns:a16="http://schemas.microsoft.com/office/drawing/2014/main" id="{84291D40-2DD3-4F4B-BDDE-935E7B0550BC}"/>
              </a:ext>
            </a:extLst>
          </p:cNvPr>
          <p:cNvCxnSpPr/>
          <p:nvPr/>
        </p:nvCxnSpPr>
        <p:spPr>
          <a:xfrm xmlns:a="http://schemas.openxmlformats.org/drawingml/2006/main" flipH="0" flipV="1">
            <a:off x="793924" y="3998250"/>
            <a:ext cx="360632" cy="308022"/>
          </a:xfrm>
          <a:prstGeom xmlns:a="http://schemas.openxmlformats.org/drawingml/2006/main" prst="straightConnector1">
            <a:avLst/>
          </a:prstGeom>
          <a:ln xmlns:a="http://schemas.openxmlformats.org/drawingml/2006/main" w="17145">
            <a:solidFill>
              <a:srgbClr val="A6B7CC"/>
            </a:solidFill>
            <a:prstDash val="solid"/>
            <a:tailEnd type="triangle" w="sm" len="sm"/>
          </a:ln>
        </p:spPr>
      </p:cxnSp>
      <p:cxnSp>
        <p:nvCxnSpPr>
          <p:cNvPr id="16" name="edge-15">
            <a:extLst xmlns:a="http://schemas.openxmlformats.org/drawingml/2006/main">
              <a:ext uri="{FF2B5EF4-FFF2-40B4-BE49-F238E27FC236}">
                <a16:creationId xmlns:a16="http://schemas.microsoft.com/office/drawing/2014/main" id="{8DD36692-A3A7-460C-BFB4-B245E7C3554C}"/>
              </a:ext>
            </a:extLst>
          </p:cNvPr>
          <p:cNvCxnSpPr/>
          <p:nvPr/>
        </p:nvCxnSpPr>
        <p:spPr>
          <a:xfrm xmlns:a="http://schemas.openxmlformats.org/drawingml/2006/main" flipH="0" flipV="0">
            <a:off x="794888" y="4538906"/>
            <a:ext cx="368132" cy="309871"/>
          </a:xfrm>
          <a:prstGeom xmlns:a="http://schemas.openxmlformats.org/drawingml/2006/main" prst="straightConnector1">
            <a:avLst/>
          </a:prstGeom>
          <a:ln xmlns:a="http://schemas.openxmlformats.org/drawingml/2006/main" w="17145">
            <a:solidFill>
              <a:srgbClr val="A6B7CC"/>
            </a:solidFill>
            <a:prstDash val="solid"/>
            <a:tailEnd type="triangle" w="sm" len="sm"/>
          </a:ln>
        </p:spPr>
      </p:cxnSp>
      <p:cxnSp>
        <p:nvCxnSpPr>
          <p:cNvPr id="17" name="edge-16">
            <a:extLst xmlns:a="http://schemas.openxmlformats.org/drawingml/2006/main">
              <a:ext uri="{FF2B5EF4-FFF2-40B4-BE49-F238E27FC236}">
                <a16:creationId xmlns:a16="http://schemas.microsoft.com/office/drawing/2014/main" id="{A65D6975-BE7D-4348-AE6C-F29BDD65CA78}"/>
              </a:ext>
            </a:extLst>
          </p:cNvPr>
          <p:cNvCxnSpPr/>
          <p:nvPr/>
        </p:nvCxnSpPr>
        <p:spPr>
          <a:xfrm xmlns:a="http://schemas.openxmlformats.org/drawingml/2006/main" flipH="0" flipV="0">
            <a:off x="1464605" y="3961238"/>
            <a:ext cx="455248" cy="260643"/>
          </a:xfrm>
          <a:prstGeom xmlns:a="http://schemas.openxmlformats.org/drawingml/2006/main" prst="straightConnector1">
            <a:avLst/>
          </a:prstGeom>
          <a:ln xmlns:a="http://schemas.openxmlformats.org/drawingml/2006/main" w="17145">
            <a:solidFill>
              <a:srgbClr val="A6B7CC"/>
            </a:solidFill>
            <a:prstDash val="solid"/>
            <a:tailEnd type="triangle" w="sm" len="sm"/>
          </a:ln>
        </p:spPr>
      </p:cxnSp>
      <p:cxnSp>
        <p:nvCxnSpPr>
          <p:cNvPr id="18" name="edge-17">
            <a:extLst xmlns:a="http://schemas.openxmlformats.org/drawingml/2006/main">
              <a:ext uri="{FF2B5EF4-FFF2-40B4-BE49-F238E27FC236}">
                <a16:creationId xmlns:a16="http://schemas.microsoft.com/office/drawing/2014/main" id="{08B74499-400C-4D20-AB46-38E943D75B2A}"/>
              </a:ext>
            </a:extLst>
          </p:cNvPr>
          <p:cNvCxnSpPr/>
          <p:nvPr/>
        </p:nvCxnSpPr>
        <p:spPr>
          <a:xfrm xmlns:a="http://schemas.openxmlformats.org/drawingml/2006/main" flipH="0" flipV="1">
            <a:off x="1452478" y="4449539"/>
            <a:ext cx="491191" cy="411162"/>
          </a:xfrm>
          <a:prstGeom xmlns:a="http://schemas.openxmlformats.org/drawingml/2006/main" prst="straightConnector1">
            <a:avLst/>
          </a:prstGeom>
          <a:ln xmlns:a="http://schemas.openxmlformats.org/drawingml/2006/main" w="17145">
            <a:solidFill>
              <a:srgbClr val="A6B7CC"/>
            </a:solidFill>
            <a:prstDash val="solid"/>
            <a:tailEnd type="triangle" w="sm" len="sm"/>
          </a:ln>
        </p:spPr>
      </p:cxnSp>
      <p:cxnSp>
        <p:nvCxnSpPr>
          <p:cNvPr id="19" name="edge-18">
            <a:extLst xmlns:a="http://schemas.openxmlformats.org/drawingml/2006/main">
              <a:ext uri="{FF2B5EF4-FFF2-40B4-BE49-F238E27FC236}">
                <a16:creationId xmlns:a16="http://schemas.microsoft.com/office/drawing/2014/main" id="{9D43A8F6-7377-4488-B5A3-CED2E04240FC}"/>
              </a:ext>
            </a:extLst>
          </p:cNvPr>
          <p:cNvCxnSpPr/>
          <p:nvPr/>
        </p:nvCxnSpPr>
        <p:spPr>
          <a:xfrm xmlns:a="http://schemas.openxmlformats.org/drawingml/2006/main" flipH="0" flipV="0">
            <a:off x="1488283" y="5044815"/>
            <a:ext cx="463626" cy="182892"/>
          </a:xfrm>
          <a:prstGeom xmlns:a="http://schemas.openxmlformats.org/drawingml/2006/main" prst="straightConnector1">
            <a:avLst/>
          </a:prstGeom>
          <a:ln xmlns:a="http://schemas.openxmlformats.org/drawingml/2006/main" w="17145">
            <a:solidFill>
              <a:srgbClr val="A6B7CC"/>
            </a:solidFill>
            <a:prstDash val="solid"/>
            <a:tailEnd type="triangle" w="sm" len="sm"/>
          </a:ln>
        </p:spPr>
      </p:cxnSp>
      <p:cxnSp>
        <p:nvCxnSpPr>
          <p:cNvPr id="20" name="edge-19">
            <a:extLst xmlns:a="http://schemas.openxmlformats.org/drawingml/2006/main">
              <a:ext uri="{FF2B5EF4-FFF2-40B4-BE49-F238E27FC236}">
                <a16:creationId xmlns:a16="http://schemas.microsoft.com/office/drawing/2014/main" id="{9CA84850-EA72-446B-9CB2-31CC7AEB07BF}"/>
              </a:ext>
            </a:extLst>
          </p:cNvPr>
          <p:cNvCxnSpPr/>
          <p:nvPr/>
        </p:nvCxnSpPr>
        <p:spPr>
          <a:xfrm xmlns:a="http://schemas.openxmlformats.org/drawingml/2006/main" flipH="0" flipV="0">
            <a:off x="2258496" y="4409215"/>
            <a:ext cx="429233" cy="228500"/>
          </a:xfrm>
          <a:prstGeom xmlns:a="http://schemas.openxmlformats.org/drawingml/2006/main" prst="straightConnector1">
            <a:avLst/>
          </a:prstGeom>
          <a:ln xmlns:a="http://schemas.openxmlformats.org/drawingml/2006/main" w="17145">
            <a:solidFill>
              <a:srgbClr val="A6B7CC"/>
            </a:solidFill>
            <a:prstDash val="solid"/>
            <a:tailEnd type="triangle" w="sm" len="sm"/>
          </a:ln>
        </p:spPr>
      </p:cxnSp>
      <p:cxnSp>
        <p:nvCxnSpPr>
          <p:cNvPr id="21" name="edge-20">
            <a:extLst xmlns:a="http://schemas.openxmlformats.org/drawingml/2006/main">
              <a:ext uri="{FF2B5EF4-FFF2-40B4-BE49-F238E27FC236}">
                <a16:creationId xmlns:a16="http://schemas.microsoft.com/office/drawing/2014/main" id="{38593EED-F703-4F01-BF9A-D2F116875A51}"/>
              </a:ext>
            </a:extLst>
          </p:cNvPr>
          <p:cNvCxnSpPr/>
          <p:nvPr/>
        </p:nvCxnSpPr>
        <p:spPr>
          <a:xfrm xmlns:a="http://schemas.openxmlformats.org/drawingml/2006/main" flipH="0" flipV="1">
            <a:off x="2285093" y="4856123"/>
            <a:ext cx="425766" cy="335235"/>
          </a:xfrm>
          <a:prstGeom xmlns:a="http://schemas.openxmlformats.org/drawingml/2006/main" prst="straightConnector1">
            <a:avLst/>
          </a:prstGeom>
          <a:ln xmlns:a="http://schemas.openxmlformats.org/drawingml/2006/main" w="17145">
            <a:solidFill>
              <a:srgbClr val="A6B7CC"/>
            </a:solidFill>
            <a:prstDash val="solid"/>
            <a:tailEnd type="triangle" w="sm" len="sm"/>
          </a:ln>
        </p:spPr>
      </p:cxnSp>
      <p:cxnSp>
        <p:nvCxnSpPr>
          <p:cNvPr id="22" name="edge-21">
            <a:extLst xmlns:a="http://schemas.openxmlformats.org/drawingml/2006/main">
              <a:ext uri="{FF2B5EF4-FFF2-40B4-BE49-F238E27FC236}">
                <a16:creationId xmlns:a16="http://schemas.microsoft.com/office/drawing/2014/main" id="{C3B83036-48E9-46F3-A87C-3BD7D7237407}"/>
              </a:ext>
            </a:extLst>
          </p:cNvPr>
          <p:cNvCxnSpPr/>
          <p:nvPr/>
        </p:nvCxnSpPr>
        <p:spPr>
          <a:xfrm xmlns:a="http://schemas.openxmlformats.org/drawingml/2006/main" flipH="0" flipV="0">
            <a:off x="1464605" y="3961238"/>
            <a:ext cx="455248" cy="260643"/>
          </a:xfrm>
          <a:prstGeom xmlns:a="http://schemas.openxmlformats.org/drawingml/2006/main" prst="straightConnector1">
            <a:avLst/>
          </a:prstGeom>
          <a:ln xmlns:a="http://schemas.openxmlformats.org/drawingml/2006/main" w="17145">
            <a:solidFill>
              <a:srgbClr val="CC646A"/>
            </a:solidFill>
            <a:prstDash val="solid"/>
            <a:tailEnd type="triangle" w="sm" len="sm"/>
          </a:ln>
        </p:spPr>
      </p:cxnSp>
      <p:cxnSp>
        <p:nvCxnSpPr>
          <p:cNvPr id="23" name="edge-22">
            <a:extLst xmlns:a="http://schemas.openxmlformats.org/drawingml/2006/main">
              <a:ext uri="{FF2B5EF4-FFF2-40B4-BE49-F238E27FC236}">
                <a16:creationId xmlns:a16="http://schemas.microsoft.com/office/drawing/2014/main" id="{888432B7-F39D-4E00-A93D-DB1C1633FBB7}"/>
              </a:ext>
            </a:extLst>
          </p:cNvPr>
          <p:cNvCxnSpPr/>
          <p:nvPr/>
        </p:nvCxnSpPr>
        <p:spPr>
          <a:xfrm xmlns:a="http://schemas.openxmlformats.org/drawingml/2006/main" flipH="0" flipV="0">
            <a:off x="2258496" y="4409215"/>
            <a:ext cx="429233" cy="228500"/>
          </a:xfrm>
          <a:prstGeom xmlns:a="http://schemas.openxmlformats.org/drawingml/2006/main" prst="straightConnector1">
            <a:avLst/>
          </a:prstGeom>
          <a:ln xmlns:a="http://schemas.openxmlformats.org/drawingml/2006/main" w="17145">
            <a:solidFill>
              <a:srgbClr val="CC646A"/>
            </a:solidFill>
            <a:prstDash val="solid"/>
            <a:tailEnd type="triangle" w="sm" len="sm"/>
          </a:ln>
        </p:spPr>
      </p:cxnSp>
      <p:sp>
        <p:nvSpPr>
          <p:cNvPr id="24" name="node-T-23">
            <a:extLst xmlns:a="http://schemas.openxmlformats.org/drawingml/2006/main">
              <a:ext uri="{FF2B5EF4-FFF2-40B4-BE49-F238E27FC236}">
                <a16:creationId xmlns:a16="http://schemas.microsoft.com/office/drawing/2014/main" id="{BFD54D3A-35E2-4372-BF0C-377018A8CCE4}"/>
              </a:ext>
            </a:extLst>
          </p:cNvPr>
          <p:cNvSpPr>
            <a:spLocks xmlns:a="http://schemas.openxmlformats.org/drawingml/2006/main" noGrp="1"/>
          </p:cNvSpPr>
          <p:nvPr/>
        </p:nvSpPr>
        <p:spPr>
          <a:xfrm xmlns:a="http://schemas.openxmlformats.org/drawingml/2006/main">
            <a:off x="466725" y="4232529"/>
            <a:ext cx="381000" cy="381000"/>
          </a:xfrm>
          <a:prstGeom xmlns:a="http://schemas.openxmlformats.org/drawingml/2006/main" prst="ellipse">
            <a:avLst/>
          </a:prstGeom>
          <a:solidFill xmlns:a="http://schemas.openxmlformats.org/drawingml/2006/main">
            <a:srgbClr val="9DBDDD"/>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350" b="0">
                <a:solidFill>
                  <a:srgbClr val="20232A"/>
                </a:solidFill>
                <a:latin typeface="Comic Sans MS"/>
                <a:ea typeface="Comic Sans MS"/>
                <a:cs typeface="Comic Sans MS"/>
              </a:defRPr>
            </a:defPPr>
          </a:lstStyle>
          <a:p xmlns:a="http://schemas.openxmlformats.org/drawingml/2006/main">
            <a:pPr algn="ctr">
              <a:defRPr sz="1350" b="0">
                <a:solidFill>
                  <a:srgbClr val="20232A"/>
                </a:solidFill>
                <a:latin typeface="Comic Sans MS"/>
                <a:ea typeface="Comic Sans MS"/>
                <a:cs typeface="Comic Sans MS"/>
              </a:defRPr>
            </a:pPr>
            <a:r>
              <a:rPr sz="1350" b="0">
                <a:solidFill>
                  <a:srgbClr val="20232A"/>
                </a:solidFill>
                <a:latin typeface="Comic Sans MS"/>
                <a:ea typeface="Comic Sans MS"/>
                <a:cs typeface="Comic Sans MS"/>
              </a:rPr>
              <a:t>T</a:t>
            </a:r>
          </a:p>
        </p:txBody>
      </p:sp>
      <p:sp>
        <p:nvSpPr>
          <p:cNvPr id="25" name="node-s1-24">
            <a:extLst xmlns:a="http://schemas.openxmlformats.org/drawingml/2006/main">
              <a:ext uri="{FF2B5EF4-FFF2-40B4-BE49-F238E27FC236}">
                <a16:creationId xmlns:a16="http://schemas.microsoft.com/office/drawing/2014/main" id="{4CB4239F-56B7-444F-9E97-DFFFCB5A49FB}"/>
              </a:ext>
            </a:extLst>
          </p:cNvPr>
          <p:cNvSpPr>
            <a:spLocks xmlns:a="http://schemas.openxmlformats.org/drawingml/2006/main" noGrp="1"/>
          </p:cNvSpPr>
          <p:nvPr/>
        </p:nvSpPr>
        <p:spPr>
          <a:xfrm xmlns:a="http://schemas.openxmlformats.org/drawingml/2006/main">
            <a:off x="1114425" y="3679317"/>
            <a:ext cx="381000" cy="381000"/>
          </a:xfrm>
          <a:prstGeom xmlns:a="http://schemas.openxmlformats.org/drawingml/2006/main" prst="ellipse">
            <a:avLst/>
          </a:prstGeom>
          <a:solidFill xmlns:a="http://schemas.openxmlformats.org/drawingml/2006/main">
            <a:srgbClr val="AED6C9"/>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350" b="0">
                <a:solidFill>
                  <a:srgbClr val="20232A"/>
                </a:solidFill>
                <a:latin typeface="Comic Sans MS"/>
                <a:ea typeface="Comic Sans MS"/>
                <a:cs typeface="Comic Sans MS"/>
              </a:defRPr>
            </a:defPPr>
          </a:lstStyle>
          <a:p xmlns:a="http://schemas.openxmlformats.org/drawingml/2006/main">
            <a:pPr algn="ctr">
              <a:defRPr sz="1350" b="0">
                <a:solidFill>
                  <a:srgbClr val="20232A"/>
                </a:solidFill>
                <a:latin typeface="Comic Sans MS"/>
                <a:ea typeface="Comic Sans MS"/>
                <a:cs typeface="Comic Sans MS"/>
              </a:defRPr>
            </a:pPr>
            <a:r>
              <a:rPr sz="1350" b="0">
                <a:solidFill>
                  <a:srgbClr val="20232A"/>
                </a:solidFill>
                <a:latin typeface="Comic Sans MS"/>
                <a:ea typeface="Comic Sans MS"/>
                <a:cs typeface="Comic Sans MS"/>
              </a:rPr>
              <a:t>s1</a:t>
            </a:r>
          </a:p>
        </p:txBody>
      </p:sp>
      <p:sp>
        <p:nvSpPr>
          <p:cNvPr id="26" name="node-s2-25">
            <a:extLst xmlns:a="http://schemas.openxmlformats.org/drawingml/2006/main">
              <a:ext uri="{FF2B5EF4-FFF2-40B4-BE49-F238E27FC236}">
                <a16:creationId xmlns:a16="http://schemas.microsoft.com/office/drawing/2014/main" id="{98DA89BF-D59D-4F10-8253-38430B567F9C}"/>
              </a:ext>
            </a:extLst>
          </p:cNvPr>
          <p:cNvSpPr>
            <a:spLocks xmlns:a="http://schemas.openxmlformats.org/drawingml/2006/main" noGrp="1"/>
          </p:cNvSpPr>
          <p:nvPr/>
        </p:nvSpPr>
        <p:spPr>
          <a:xfrm xmlns:a="http://schemas.openxmlformats.org/drawingml/2006/main">
            <a:off x="1123950" y="4785741"/>
            <a:ext cx="381000" cy="381000"/>
          </a:xfrm>
          <a:prstGeom xmlns:a="http://schemas.openxmlformats.org/drawingml/2006/main" prst="ellipse">
            <a:avLst/>
          </a:prstGeom>
          <a:solidFill xmlns:a="http://schemas.openxmlformats.org/drawingml/2006/main">
            <a:srgbClr val="AED6C9"/>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350" b="0">
                <a:solidFill>
                  <a:srgbClr val="20232A"/>
                </a:solidFill>
                <a:latin typeface="Comic Sans MS"/>
                <a:ea typeface="Comic Sans MS"/>
                <a:cs typeface="Comic Sans MS"/>
              </a:defRPr>
            </a:defPPr>
          </a:lstStyle>
          <a:p xmlns:a="http://schemas.openxmlformats.org/drawingml/2006/main">
            <a:pPr algn="ctr">
              <a:defRPr sz="1350" b="0">
                <a:solidFill>
                  <a:srgbClr val="20232A"/>
                </a:solidFill>
                <a:latin typeface="Comic Sans MS"/>
                <a:ea typeface="Comic Sans MS"/>
                <a:cs typeface="Comic Sans MS"/>
              </a:defRPr>
            </a:pPr>
            <a:r>
              <a:rPr sz="1350" b="0">
                <a:solidFill>
                  <a:srgbClr val="20232A"/>
                </a:solidFill>
                <a:latin typeface="Comic Sans MS"/>
                <a:ea typeface="Comic Sans MS"/>
                <a:cs typeface="Comic Sans MS"/>
              </a:rPr>
              <a:t>s2</a:t>
            </a:r>
          </a:p>
        </p:txBody>
      </p:sp>
      <p:sp>
        <p:nvSpPr>
          <p:cNvPr id="27" name="node-s3-26">
            <a:extLst xmlns:a="http://schemas.openxmlformats.org/drawingml/2006/main">
              <a:ext uri="{FF2B5EF4-FFF2-40B4-BE49-F238E27FC236}">
                <a16:creationId xmlns:a16="http://schemas.microsoft.com/office/drawing/2014/main" id="{A9FE261E-516A-435F-B4CF-86D736383BC3}"/>
              </a:ext>
            </a:extLst>
          </p:cNvPr>
          <p:cNvSpPr>
            <a:spLocks xmlns:a="http://schemas.openxmlformats.org/drawingml/2006/main" noGrp="1"/>
          </p:cNvSpPr>
          <p:nvPr/>
        </p:nvSpPr>
        <p:spPr>
          <a:xfrm xmlns:a="http://schemas.openxmlformats.org/drawingml/2006/main">
            <a:off x="1905000" y="4131945"/>
            <a:ext cx="381000" cy="381000"/>
          </a:xfrm>
          <a:prstGeom xmlns:a="http://schemas.openxmlformats.org/drawingml/2006/main" prst="ellipse">
            <a:avLst/>
          </a:prstGeom>
          <a:solidFill xmlns:a="http://schemas.openxmlformats.org/drawingml/2006/main">
            <a:srgbClr val="F6D7D8"/>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350" b="0">
                <a:solidFill>
                  <a:srgbClr val="20232A"/>
                </a:solidFill>
                <a:latin typeface="Comic Sans MS"/>
                <a:ea typeface="Comic Sans MS"/>
                <a:cs typeface="Comic Sans MS"/>
              </a:defRPr>
            </a:defPPr>
          </a:lstStyle>
          <a:p xmlns:a="http://schemas.openxmlformats.org/drawingml/2006/main">
            <a:pPr algn="ctr">
              <a:defRPr sz="1350" b="0">
                <a:solidFill>
                  <a:srgbClr val="20232A"/>
                </a:solidFill>
                <a:latin typeface="Comic Sans MS"/>
                <a:ea typeface="Comic Sans MS"/>
                <a:cs typeface="Comic Sans MS"/>
              </a:defRPr>
            </a:pPr>
            <a:r>
              <a:rPr sz="1350" b="0">
                <a:solidFill>
                  <a:srgbClr val="20232A"/>
                </a:solidFill>
                <a:latin typeface="Comic Sans MS"/>
                <a:ea typeface="Comic Sans MS"/>
                <a:cs typeface="Comic Sans MS"/>
              </a:rPr>
              <a:t>s3</a:t>
            </a:r>
          </a:p>
        </p:txBody>
      </p:sp>
      <p:sp>
        <p:nvSpPr>
          <p:cNvPr id="28" name="node-s4-27">
            <a:extLst xmlns:a="http://schemas.openxmlformats.org/drawingml/2006/main">
              <a:ext uri="{FF2B5EF4-FFF2-40B4-BE49-F238E27FC236}">
                <a16:creationId xmlns:a16="http://schemas.microsoft.com/office/drawing/2014/main" id="{0CAC75CD-B97F-48C8-B8A9-EEB1F5D83AFB}"/>
              </a:ext>
            </a:extLst>
          </p:cNvPr>
          <p:cNvSpPr>
            <a:spLocks xmlns:a="http://schemas.openxmlformats.org/drawingml/2006/main" noGrp="1"/>
          </p:cNvSpPr>
          <p:nvPr/>
        </p:nvSpPr>
        <p:spPr>
          <a:xfrm xmlns:a="http://schemas.openxmlformats.org/drawingml/2006/main">
            <a:off x="1952625" y="5112639"/>
            <a:ext cx="381000" cy="381000"/>
          </a:xfrm>
          <a:prstGeom xmlns:a="http://schemas.openxmlformats.org/drawingml/2006/main" prst="ellipse">
            <a:avLst/>
          </a:prstGeom>
          <a:solidFill xmlns:a="http://schemas.openxmlformats.org/drawingml/2006/main">
            <a:srgbClr val="BDDBB2"/>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350" b="0">
                <a:solidFill>
                  <a:srgbClr val="20232A"/>
                </a:solidFill>
                <a:latin typeface="Comic Sans MS"/>
                <a:ea typeface="Comic Sans MS"/>
                <a:cs typeface="Comic Sans MS"/>
              </a:defRPr>
            </a:defPPr>
          </a:lstStyle>
          <a:p xmlns:a="http://schemas.openxmlformats.org/drawingml/2006/main">
            <a:pPr algn="ctr">
              <a:defRPr sz="1350" b="0">
                <a:solidFill>
                  <a:srgbClr val="20232A"/>
                </a:solidFill>
                <a:latin typeface="Comic Sans MS"/>
                <a:ea typeface="Comic Sans MS"/>
                <a:cs typeface="Comic Sans MS"/>
              </a:defRPr>
            </a:pPr>
            <a:r>
              <a:rPr sz="1350" b="0">
                <a:solidFill>
                  <a:srgbClr val="20232A"/>
                </a:solidFill>
                <a:latin typeface="Comic Sans MS"/>
                <a:ea typeface="Comic Sans MS"/>
                <a:cs typeface="Comic Sans MS"/>
              </a:rPr>
              <a:t>s4</a:t>
            </a:r>
          </a:p>
        </p:txBody>
      </p:sp>
      <p:sp>
        <p:nvSpPr>
          <p:cNvPr id="29" name="node-F-28">
            <a:extLst xmlns:a="http://schemas.openxmlformats.org/drawingml/2006/main">
              <a:ext uri="{FF2B5EF4-FFF2-40B4-BE49-F238E27FC236}">
                <a16:creationId xmlns:a16="http://schemas.microsoft.com/office/drawing/2014/main" id="{DDF39DDF-29D7-4B89-9B6F-B5B1F9552EC2}"/>
              </a:ext>
            </a:extLst>
          </p:cNvPr>
          <p:cNvSpPr>
            <a:spLocks xmlns:a="http://schemas.openxmlformats.org/drawingml/2006/main" noGrp="1"/>
          </p:cNvSpPr>
          <p:nvPr/>
        </p:nvSpPr>
        <p:spPr>
          <a:xfrm xmlns:a="http://schemas.openxmlformats.org/drawingml/2006/main">
            <a:off x="2676525" y="4542663"/>
            <a:ext cx="381000" cy="381000"/>
          </a:xfrm>
          <a:prstGeom xmlns:a="http://schemas.openxmlformats.org/drawingml/2006/main" prst="ellipse">
            <a:avLst/>
          </a:prstGeom>
          <a:solidFill xmlns:a="http://schemas.openxmlformats.org/drawingml/2006/main">
            <a:srgbClr val="F6D7D8"/>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350" b="0">
                <a:solidFill>
                  <a:srgbClr val="20232A"/>
                </a:solidFill>
                <a:latin typeface="Comic Sans MS"/>
                <a:ea typeface="Comic Sans MS"/>
                <a:cs typeface="Comic Sans MS"/>
              </a:defRPr>
            </a:defPPr>
          </a:lstStyle>
          <a:p xmlns:a="http://schemas.openxmlformats.org/drawingml/2006/main">
            <a:pPr algn="ctr">
              <a:defRPr sz="1350" b="0">
                <a:solidFill>
                  <a:srgbClr val="20232A"/>
                </a:solidFill>
                <a:latin typeface="Comic Sans MS"/>
                <a:ea typeface="Comic Sans MS"/>
                <a:cs typeface="Comic Sans MS"/>
              </a:defRPr>
            </a:pPr>
            <a:r>
              <a:rPr sz="1350" b="0">
                <a:solidFill>
                  <a:srgbClr val="20232A"/>
                </a:solidFill>
                <a:latin typeface="Comic Sans MS"/>
                <a:ea typeface="Comic Sans MS"/>
                <a:cs typeface="Comic Sans MS"/>
              </a:rPr>
              <a:t>F</a:t>
            </a:r>
          </a:p>
        </p:txBody>
      </p:sp>
      <p:sp>
        <p:nvSpPr>
          <p:cNvPr id="30" name="node--29">
            <a:extLst xmlns:a="http://schemas.openxmlformats.org/drawingml/2006/main">
              <a:ext uri="{FF2B5EF4-FFF2-40B4-BE49-F238E27FC236}">
                <a16:creationId xmlns:a16="http://schemas.microsoft.com/office/drawing/2014/main" id="{045AC287-CF5C-43A5-9ACF-FD93C0678429}"/>
              </a:ext>
            </a:extLst>
          </p:cNvPr>
          <p:cNvSpPr>
            <a:spLocks xmlns:a="http://schemas.openxmlformats.org/drawingml/2006/main" noGrp="1"/>
          </p:cNvSpPr>
          <p:nvPr/>
        </p:nvSpPr>
        <p:spPr>
          <a:xfrm xmlns:a="http://schemas.openxmlformats.org/drawingml/2006/main">
            <a:off x="1838325" y="4065270"/>
            <a:ext cx="514350" cy="514350"/>
          </a:xfrm>
          <a:prstGeom xmlns:a="http://schemas.openxmlformats.org/drawingml/2006/main" prst="ellipse">
            <a:avLst/>
          </a:prstGeom>
          <a:noFill xmlns:a="http://schemas.openxmlformats.org/drawingml/2006/main"/>
          <a:ln xmlns:a="http://schemas.openxmlformats.org/drawingml/2006/main" w="17145">
            <a:solidFill>
              <a:srgbClr val="E8B950"/>
            </a:solidFill>
          </a:ln>
        </p:spPr>
      </p:sp>
      <p:sp>
        <p:nvSpPr>
          <p:cNvPr id="31" name="label-30">
            <a:extLst xmlns:a="http://schemas.openxmlformats.org/drawingml/2006/main">
              <a:ext uri="{FF2B5EF4-FFF2-40B4-BE49-F238E27FC236}">
                <a16:creationId xmlns:a16="http://schemas.microsoft.com/office/drawing/2014/main" id="{8CD728A7-6EA4-497D-9F32-E96013339ABC}"/>
              </a:ext>
            </a:extLst>
          </p:cNvPr>
          <p:cNvSpPr>
            <a:spLocks xmlns:a="http://schemas.openxmlformats.org/drawingml/2006/main" noGrp="1"/>
          </p:cNvSpPr>
          <p:nvPr/>
        </p:nvSpPr>
        <p:spPr>
          <a:xfrm xmlns:a="http://schemas.openxmlformats.org/drawingml/2006/main">
            <a:off x="1038225" y="34956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25" b="0" i="0">
                <a:solidFill>
                  <a:srgbClr val="20232A"/>
                </a:solidFill>
                <a:latin typeface="Comic Sans MS"/>
                <a:ea typeface="Comic Sans MS"/>
                <a:cs typeface="Comic Sans MS"/>
              </a:defRPr>
            </a:defPPr>
          </a:lstStyle>
          <a:p xmlns:a="http://schemas.openxmlformats.org/drawingml/2006/main">
            <a:pPr algn="ctr">
              <a:defRPr sz="1125" b="0" i="0">
                <a:solidFill>
                  <a:srgbClr val="20232A"/>
                </a:solidFill>
                <a:latin typeface="Comic Sans MS"/>
                <a:ea typeface="Comic Sans MS"/>
                <a:cs typeface="Comic Sans MS"/>
              </a:defRPr>
            </a:pPr>
            <a:r>
              <a:rPr sz="1125" b="0" i="0">
                <a:solidFill>
                  <a:srgbClr val="20232A"/>
                </a:solidFill>
                <a:latin typeface="Comic Sans MS"/>
                <a:ea typeface="Comic Sans MS"/>
                <a:cs typeface="Comic Sans MS"/>
              </a:rPr>
              <a:t>tool</a:t>
            </a:r>
          </a:p>
        </p:txBody>
      </p:sp>
      <p:sp>
        <p:nvSpPr>
          <p:cNvPr id="32" name="label-31">
            <a:extLst xmlns:a="http://schemas.openxmlformats.org/drawingml/2006/main">
              <a:ext uri="{FF2B5EF4-FFF2-40B4-BE49-F238E27FC236}">
                <a16:creationId xmlns:a16="http://schemas.microsoft.com/office/drawing/2014/main" id="{BC2078FE-DEAE-42AD-980C-5DBE8C46EAD9}"/>
              </a:ext>
            </a:extLst>
          </p:cNvPr>
          <p:cNvSpPr>
            <a:spLocks xmlns:a="http://schemas.openxmlformats.org/drawingml/2006/main" noGrp="1"/>
          </p:cNvSpPr>
          <p:nvPr/>
        </p:nvSpPr>
        <p:spPr>
          <a:xfrm xmlns:a="http://schemas.openxmlformats.org/drawingml/2006/main">
            <a:off x="1714500" y="3898011"/>
            <a:ext cx="828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25" b="0" i="0">
                <a:solidFill>
                  <a:srgbClr val="20232A"/>
                </a:solidFill>
                <a:latin typeface="Comic Sans MS"/>
                <a:ea typeface="Comic Sans MS"/>
                <a:cs typeface="Comic Sans MS"/>
              </a:defRPr>
            </a:defPPr>
          </a:lstStyle>
          <a:p xmlns:a="http://schemas.openxmlformats.org/drawingml/2006/main">
            <a:pPr algn="ctr">
              <a:defRPr sz="1125" b="0" i="0">
                <a:solidFill>
                  <a:srgbClr val="20232A"/>
                </a:solidFill>
                <a:latin typeface="Comic Sans MS"/>
                <a:ea typeface="Comic Sans MS"/>
                <a:cs typeface="Comic Sans MS"/>
              </a:defRPr>
            </a:pPr>
            <a:r>
              <a:rPr sz="1125" b="0" i="0">
                <a:solidFill>
                  <a:srgbClr val="20232A"/>
                </a:solidFill>
                <a:latin typeface="Comic Sans MS"/>
                <a:ea typeface="Comic Sans MS"/>
                <a:cs typeface="Comic Sans MS"/>
              </a:rPr>
              <a:t>decision</a:t>
            </a:r>
          </a:p>
        </p:txBody>
      </p:sp>
      <p:sp>
        <p:nvSpPr>
          <p:cNvPr id="33" name="label-32">
            <a:extLst xmlns:a="http://schemas.openxmlformats.org/drawingml/2006/main">
              <a:ext uri="{FF2B5EF4-FFF2-40B4-BE49-F238E27FC236}">
                <a16:creationId xmlns:a16="http://schemas.microsoft.com/office/drawing/2014/main" id="{D3971DCB-ACE7-4807-AFA9-93822BEC3D72}"/>
              </a:ext>
            </a:extLst>
          </p:cNvPr>
          <p:cNvSpPr>
            <a:spLocks xmlns:a="http://schemas.openxmlformats.org/drawingml/2006/main" noGrp="1"/>
          </p:cNvSpPr>
          <p:nvPr/>
        </p:nvSpPr>
        <p:spPr>
          <a:xfrm xmlns:a="http://schemas.openxmlformats.org/drawingml/2006/main">
            <a:off x="1762125" y="5540883"/>
            <a:ext cx="752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25" b="0" i="0">
                <a:solidFill>
                  <a:srgbClr val="20232A"/>
                </a:solidFill>
                <a:latin typeface="Comic Sans MS"/>
                <a:ea typeface="Comic Sans MS"/>
                <a:cs typeface="Comic Sans MS"/>
              </a:defRPr>
            </a:defPPr>
          </a:lstStyle>
          <a:p xmlns:a="http://schemas.openxmlformats.org/drawingml/2006/main">
            <a:pPr algn="ctr">
              <a:defRPr sz="1125" b="0" i="0">
                <a:solidFill>
                  <a:srgbClr val="20232A"/>
                </a:solidFill>
                <a:latin typeface="Comic Sans MS"/>
                <a:ea typeface="Comic Sans MS"/>
                <a:cs typeface="Comic Sans MS"/>
              </a:defRPr>
            </a:pPr>
            <a:r>
              <a:rPr sz="1125" b="0" i="0">
                <a:solidFill>
                  <a:srgbClr val="20232A"/>
                </a:solidFill>
                <a:latin typeface="Comic Sans MS"/>
                <a:ea typeface="Comic Sans MS"/>
                <a:cs typeface="Comic Sans MS"/>
              </a:rPr>
              <a:t>revised</a:t>
            </a:r>
          </a:p>
        </p:txBody>
      </p:sp>
      <p:sp>
        <p:nvSpPr>
          <p:cNvPr id="34" name="label-33">
            <a:extLst xmlns:a="http://schemas.openxmlformats.org/drawingml/2006/main">
              <a:ext uri="{FF2B5EF4-FFF2-40B4-BE49-F238E27FC236}">
                <a16:creationId xmlns:a16="http://schemas.microsoft.com/office/drawing/2014/main" id="{DC8949D0-DE0E-4B87-8F50-C83659790D83}"/>
              </a:ext>
            </a:extLst>
          </p:cNvPr>
          <p:cNvSpPr>
            <a:spLocks xmlns:a="http://schemas.openxmlformats.org/drawingml/2006/main" noGrp="1"/>
          </p:cNvSpPr>
          <p:nvPr/>
        </p:nvSpPr>
        <p:spPr>
          <a:xfrm xmlns:a="http://schemas.openxmlformats.org/drawingml/2006/main">
            <a:off x="2562225" y="4970907"/>
            <a:ext cx="647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25" b="0" i="0">
                <a:solidFill>
                  <a:srgbClr val="20232A"/>
                </a:solidFill>
                <a:latin typeface="Comic Sans MS"/>
                <a:ea typeface="Comic Sans MS"/>
                <a:cs typeface="Comic Sans MS"/>
              </a:defRPr>
            </a:defPPr>
          </a:lstStyle>
          <a:p xmlns:a="http://schemas.openxmlformats.org/drawingml/2006/main">
            <a:pPr algn="ctr">
              <a:defRPr sz="1125" b="0" i="0">
                <a:solidFill>
                  <a:srgbClr val="20232A"/>
                </a:solidFill>
                <a:latin typeface="Comic Sans MS"/>
                <a:ea typeface="Comic Sans MS"/>
                <a:cs typeface="Comic Sans MS"/>
              </a:defRPr>
            </a:pPr>
            <a:r>
              <a:rPr sz="1125" b="0" i="0">
                <a:solidFill>
                  <a:srgbClr val="20232A"/>
                </a:solidFill>
                <a:latin typeface="Comic Sans MS"/>
                <a:ea typeface="Comic Sans MS"/>
                <a:cs typeface="Comic Sans MS"/>
              </a:rPr>
              <a:t>failure</a:t>
            </a:r>
          </a:p>
        </p:txBody>
      </p:sp>
      <p:sp>
        <p:nvSpPr>
          <p:cNvPr id="35" name="label-34">
            <a:extLst xmlns:a="http://schemas.openxmlformats.org/drawingml/2006/main">
              <a:ext uri="{FF2B5EF4-FFF2-40B4-BE49-F238E27FC236}">
                <a16:creationId xmlns:a16="http://schemas.microsoft.com/office/drawing/2014/main" id="{94B42DBE-89AD-4D3E-8A6E-1C4464DE9595}"/>
              </a:ext>
            </a:extLst>
          </p:cNvPr>
          <p:cNvSpPr>
            <a:spLocks xmlns:a="http://schemas.openxmlformats.org/drawingml/2006/main" noGrp="1"/>
          </p:cNvSpPr>
          <p:nvPr/>
        </p:nvSpPr>
        <p:spPr>
          <a:xfrm xmlns:a="http://schemas.openxmlformats.org/drawingml/2006/main">
            <a:off x="400050" y="5950458"/>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i="0">
                <a:solidFill>
                  <a:srgbClr val="20232A"/>
                </a:solidFill>
                <a:latin typeface="Comic Sans MS"/>
                <a:ea typeface="Comic Sans MS"/>
                <a:cs typeface="Comic Sans MS"/>
              </a:defRPr>
            </a:defPPr>
          </a:lstStyle>
          <a:p xmlns:a="http://schemas.openxmlformats.org/drawingml/2006/main">
            <a:pPr algn="ctr">
              <a:defRPr sz="1200" b="0" i="0">
                <a:solidFill>
                  <a:srgbClr val="20232A"/>
                </a:solidFill>
                <a:latin typeface="Comic Sans MS"/>
                <a:ea typeface="Comic Sans MS"/>
                <a:cs typeface="Comic Sans MS"/>
              </a:defRPr>
            </a:pPr>
            <a:r>
              <a:rPr sz="1200" b="0" i="0">
                <a:solidFill>
                  <a:srgbClr val="20232A"/>
                </a:solidFill>
                <a:latin typeface="Comic Sans MS"/>
                <a:ea typeface="Comic Sans MS"/>
                <a:cs typeface="Comic Sans MS"/>
              </a:rPr>
              <a:t>agent / step / action / input / output</a:t>
            </a:r>
          </a:p>
        </p:txBody>
      </p:sp>
      <p:sp>
        <p:nvSpPr>
          <p:cNvPr id="36" name="label-35">
            <a:extLst xmlns:a="http://schemas.openxmlformats.org/drawingml/2006/main">
              <a:ext uri="{FF2B5EF4-FFF2-40B4-BE49-F238E27FC236}">
                <a16:creationId xmlns:a16="http://schemas.microsoft.com/office/drawing/2014/main" id="{2C942571-47E5-4AA3-B3EE-4702A302BAEF}"/>
              </a:ext>
            </a:extLst>
          </p:cNvPr>
          <p:cNvSpPr>
            <a:spLocks xmlns:a="http://schemas.openxmlformats.org/drawingml/2006/main" noGrp="1"/>
          </p:cNvSpPr>
          <p:nvPr/>
        </p:nvSpPr>
        <p:spPr>
          <a:xfrm xmlns:a="http://schemas.openxmlformats.org/drawingml/2006/main">
            <a:off x="409575" y="5683377"/>
            <a:ext cx="2914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i="0">
                <a:solidFill>
                  <a:srgbClr val="20232A"/>
                </a:solidFill>
                <a:latin typeface="Comic Sans MS"/>
                <a:ea typeface="Comic Sans MS"/>
                <a:cs typeface="Comic Sans MS"/>
              </a:defRPr>
            </a:defPPr>
          </a:lstStyle>
          <a:p xmlns:a="http://schemas.openxmlformats.org/drawingml/2006/main">
            <a:pPr algn="ctr">
              <a:defRPr sz="1200" b="0" i="0">
                <a:solidFill>
                  <a:srgbClr val="20232A"/>
                </a:solidFill>
                <a:latin typeface="Comic Sans MS"/>
                <a:ea typeface="Comic Sans MS"/>
                <a:cs typeface="Comic Sans MS"/>
              </a:defRPr>
            </a:pPr>
            <a:r>
              <a:rPr sz="1200" b="0" i="0">
                <a:solidFill>
                  <a:srgbClr val="20232A"/>
                </a:solidFill>
                <a:latin typeface="Comic Sans MS"/>
                <a:ea typeface="Comic Sans MS"/>
                <a:cs typeface="Comic Sans MS"/>
              </a:rPr>
              <a:t>Original references stay attached</a:t>
            </a:r>
          </a:p>
        </p:txBody>
      </p:sp>
      <p:sp>
        <p:nvSpPr>
          <p:cNvPr id="37" name="label-36">
            <a:extLst xmlns:a="http://schemas.openxmlformats.org/drawingml/2006/main">
              <a:ext uri="{FF2B5EF4-FFF2-40B4-BE49-F238E27FC236}">
                <a16:creationId xmlns:a16="http://schemas.microsoft.com/office/drawing/2014/main" id="{588A3F81-82E7-4279-9C5D-C8646C76DF05}"/>
              </a:ext>
            </a:extLst>
          </p:cNvPr>
          <p:cNvSpPr>
            <a:spLocks xmlns:a="http://schemas.openxmlformats.org/drawingml/2006/main" noGrp="1"/>
          </p:cNvSpPr>
          <p:nvPr/>
        </p:nvSpPr>
        <p:spPr>
          <a:xfrm xmlns:a="http://schemas.openxmlformats.org/drawingml/2006/main">
            <a:off x="4105275" y="2224278"/>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i="0">
                <a:solidFill>
                  <a:srgbClr val="20232A"/>
                </a:solidFill>
                <a:latin typeface="Comic Sans MS"/>
                <a:ea typeface="Comic Sans MS"/>
                <a:cs typeface="Comic Sans MS"/>
              </a:defRPr>
            </a:defPPr>
          </a:lstStyle>
          <a:p xmlns:a="http://schemas.openxmlformats.org/drawingml/2006/main">
            <a:pPr algn="ctr">
              <a:defRPr sz="1800" b="0" i="0">
                <a:solidFill>
                  <a:srgbClr val="20232A"/>
                </a:solidFill>
                <a:latin typeface="Comic Sans MS"/>
                <a:ea typeface="Comic Sans MS"/>
                <a:cs typeface="Comic Sans MS"/>
              </a:defRPr>
            </a:pPr>
            <a:r>
              <a:rPr sz="1800" b="0" i="0">
                <a:solidFill>
                  <a:srgbClr val="20232A"/>
                </a:solidFill>
                <a:latin typeface="Comic Sans MS"/>
                <a:ea typeface="Comic Sans MS"/>
                <a:cs typeface="Comic Sans MS"/>
              </a:rPr>
              <a:t>Reader</a:t>
            </a:r>
          </a:p>
        </p:txBody>
      </p:sp>
      <p:pic>
        <p:nvPicPr>
          <p:cNvPr id="38" name="">
            <a:extLst xmlns:a="http://schemas.openxmlformats.org/drawingml/2006/main">
              <a:ext uri="{FF2B5EF4-FFF2-40B4-BE49-F238E27FC236}">
                <a16:creationId xmlns:a16="http://schemas.microsoft.com/office/drawing/2014/main" id="{7D3058DB-5DC6-4789-AD3F-C5233D590E9E}"/>
              </a:ext>
            </a:extLst>
          </p:cNvPr>
          <p:cNvPicPr>
            <a:picLocks xmlns:a="http://schemas.openxmlformats.org/drawingml/2006/main" noChangeAspect="1"/>
          </p:cNvPicPr>
          <p:nvPr/>
        </p:nvPicPr>
        <p:blipFill>
          <a:blip xmlns:r="http://schemas.openxmlformats.org/officeDocument/2006/relationships" xmlns:a="http://schemas.openxmlformats.org/drawingml/2006/main" r:embed="Rd84fb63b431044a8"/>
          <a:stretch xmlns:a="http://schemas.openxmlformats.org/drawingml/2006/main"/>
        </p:blipFill>
        <p:spPr>
          <a:xfrm xmlns:a="http://schemas.openxmlformats.org/drawingml/2006/main">
            <a:off x="4136517" y="2654427"/>
            <a:ext cx="1156716" cy="1156716"/>
          </a:xfrm>
          <a:prstGeom xmlns:a="http://schemas.openxmlformats.org/drawingml/2006/main" prst="rect">
            <a:avLst/>
          </a:prstGeom>
        </p:spPr>
      </p:pic>
      <p:sp>
        <p:nvSpPr>
          <p:cNvPr id="39" name="label-37">
            <a:extLst xmlns:a="http://schemas.openxmlformats.org/drawingml/2006/main">
              <a:ext uri="{FF2B5EF4-FFF2-40B4-BE49-F238E27FC236}">
                <a16:creationId xmlns:a16="http://schemas.microsoft.com/office/drawing/2014/main" id="{BA9DE0EF-159A-4402-B5B6-4A3BDEDA9438}"/>
              </a:ext>
            </a:extLst>
          </p:cNvPr>
          <p:cNvSpPr>
            <a:spLocks xmlns:a="http://schemas.openxmlformats.org/drawingml/2006/main" noGrp="1"/>
          </p:cNvSpPr>
          <p:nvPr/>
        </p:nvSpPr>
        <p:spPr>
          <a:xfrm xmlns:a="http://schemas.openxmlformats.org/drawingml/2006/main">
            <a:off x="5438775" y="2586419"/>
            <a:ext cx="3552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0" i="0">
                <a:solidFill>
                  <a:srgbClr val="20232A"/>
                </a:solidFill>
                <a:latin typeface="Comic Sans MS"/>
                <a:ea typeface="Comic Sans MS"/>
                <a:cs typeface="Comic Sans MS"/>
              </a:defRPr>
            </a:defPPr>
          </a:lstStyle>
          <a:p xmlns:a="http://schemas.openxmlformats.org/drawingml/2006/main">
            <a:pPr algn="ctr">
              <a:defRPr sz="1425" b="0" i="0">
                <a:solidFill>
                  <a:srgbClr val="20232A"/>
                </a:solidFill>
                <a:latin typeface="Comic Sans MS"/>
                <a:ea typeface="Comic Sans MS"/>
                <a:cs typeface="Comic Sans MS"/>
              </a:defRPr>
            </a:pPr>
            <a:r>
              <a:rPr sz="1425" b="0" i="0">
                <a:solidFill>
                  <a:srgbClr val="20232A"/>
                </a:solidFill>
                <a:latin typeface="Comic Sans MS"/>
                <a:ea typeface="Comic Sans MS"/>
                <a:cs typeface="Comic Sans MS"/>
              </a:rPr>
              <a:t>Retrieve trace-backed evidence</a:t>
            </a:r>
          </a:p>
        </p:txBody>
      </p:sp>
      <p:sp>
        <p:nvSpPr>
          <p:cNvPr id="40" name="edge-38">
            <a:extLst xmlns:a="http://schemas.openxmlformats.org/drawingml/2006/main">
              <a:ext uri="{FF2B5EF4-FFF2-40B4-BE49-F238E27FC236}">
                <a16:creationId xmlns:a16="http://schemas.microsoft.com/office/drawing/2014/main" id="{BA3F64AA-D4B8-46D1-84CB-4B5B04665B6B}"/>
              </a:ext>
            </a:extLst>
          </p:cNvPr>
          <p:cNvSpPr>
            <a:spLocks xmlns:a="http://schemas.openxmlformats.org/drawingml/2006/main" noGrp="1"/>
          </p:cNvSpPr>
          <p:nvPr/>
        </p:nvSpPr>
        <p:spPr>
          <a:xfrm xmlns:a="http://schemas.openxmlformats.org/drawingml/2006/main" flipH="0" flipV="0">
            <a:off x="5867400" y="3224403"/>
            <a:ext cx="3086100" cy="0"/>
          </a:xfrm>
          <a:prstGeom xmlns:a="http://schemas.openxmlformats.org/drawingml/2006/main" prst="line">
            <a:avLst/>
          </a:prstGeom>
          <a:ln xmlns:a="http://schemas.openxmlformats.org/drawingml/2006/main" w="6668">
            <a:solidFill>
              <a:srgbClr val="C2CCC6"/>
            </a:solidFill>
            <a:prstDash val="solid"/>
          </a:ln>
        </p:spPr>
      </p:sp>
      <p:sp>
        <p:nvSpPr>
          <p:cNvPr id="41" name="node-e1-39">
            <a:extLst xmlns:a="http://schemas.openxmlformats.org/drawingml/2006/main">
              <a:ext uri="{FF2B5EF4-FFF2-40B4-BE49-F238E27FC236}">
                <a16:creationId xmlns:a16="http://schemas.microsoft.com/office/drawing/2014/main" id="{49E6F3CA-1E4B-4A65-AC92-F06D7E9E75F4}"/>
              </a:ext>
            </a:extLst>
          </p:cNvPr>
          <p:cNvSpPr>
            <a:spLocks xmlns:a="http://schemas.openxmlformats.org/drawingml/2006/main" noGrp="1"/>
          </p:cNvSpPr>
          <p:nvPr/>
        </p:nvSpPr>
        <p:spPr>
          <a:xfrm xmlns:a="http://schemas.openxmlformats.org/drawingml/2006/main">
            <a:off x="5553075" y="2974848"/>
            <a:ext cx="247650" cy="247650"/>
          </a:xfrm>
          <a:prstGeom xmlns:a="http://schemas.openxmlformats.org/drawingml/2006/main" prst="ellipse">
            <a:avLst/>
          </a:prstGeom>
          <a:solidFill xmlns:a="http://schemas.openxmlformats.org/drawingml/2006/main">
            <a:srgbClr val="E1F1E9"/>
          </a:solidFill>
          <a:ln xmlns:a="http://schemas.openxmlformats.org/drawingml/2006/main" w="17145">
            <a:solidFill>
              <a:srgbClr val="4D9C84"/>
            </a:solidFill>
          </a:ln>
        </p:spPr>
        <p:txBody>
          <a:bodyPr xmlns:a="http://schemas.openxmlformats.org/drawingml/2006/main" wrap="none" lIns="0" tIns="0" rIns="0" bIns="0" anchor="ctr">
            <a:noAutofit/>
          </a:bodyPr>
          <a:lstStyle xmlns:a="http://schemas.openxmlformats.org/drawingml/2006/main">
            <a:defPPr algn="ctr">
              <a:defRPr sz="975" b="0">
                <a:solidFill>
                  <a:srgbClr val="20232A"/>
                </a:solidFill>
                <a:latin typeface="Comic Sans MS"/>
                <a:ea typeface="Comic Sans MS"/>
                <a:cs typeface="Comic Sans MS"/>
              </a:defRPr>
            </a:defPPr>
          </a:lstStyle>
          <a:p xmlns:a="http://schemas.openxmlformats.org/drawingml/2006/main">
            <a:pPr algn="ctr">
              <a:defRPr sz="975" b="0">
                <a:solidFill>
                  <a:srgbClr val="20232A"/>
                </a:solidFill>
                <a:latin typeface="Comic Sans MS"/>
                <a:ea typeface="Comic Sans MS"/>
                <a:cs typeface="Comic Sans MS"/>
              </a:defRPr>
            </a:pPr>
            <a:r>
              <a:rPr sz="975" b="0">
                <a:solidFill>
                  <a:srgbClr val="20232A"/>
                </a:solidFill>
                <a:latin typeface="Comic Sans MS"/>
                <a:ea typeface="Comic Sans MS"/>
                <a:cs typeface="Comic Sans MS"/>
              </a:rPr>
              <a:t>e1</a:t>
            </a:r>
          </a:p>
        </p:txBody>
      </p:sp>
      <p:sp>
        <p:nvSpPr>
          <p:cNvPr id="42" name="label-40">
            <a:extLst xmlns:a="http://schemas.openxmlformats.org/drawingml/2006/main">
              <a:ext uri="{FF2B5EF4-FFF2-40B4-BE49-F238E27FC236}">
                <a16:creationId xmlns:a16="http://schemas.microsoft.com/office/drawing/2014/main" id="{E9A2A405-98A8-479F-BB95-139353F425DD}"/>
              </a:ext>
            </a:extLst>
          </p:cNvPr>
          <p:cNvSpPr>
            <a:spLocks xmlns:a="http://schemas.openxmlformats.org/drawingml/2006/main" noGrp="1"/>
          </p:cNvSpPr>
          <p:nvPr/>
        </p:nvSpPr>
        <p:spPr>
          <a:xfrm xmlns:a="http://schemas.openxmlformats.org/drawingml/2006/main">
            <a:off x="5867400" y="2974848"/>
            <a:ext cx="2305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i="0">
                <a:solidFill>
                  <a:srgbClr val="122852"/>
                </a:solidFill>
                <a:latin typeface="Comic Sans MS"/>
                <a:ea typeface="Comic Sans MS"/>
                <a:cs typeface="Comic Sans MS"/>
              </a:defRPr>
            </a:defPPr>
          </a:lstStyle>
          <a:p xmlns:a="http://schemas.openxmlformats.org/drawingml/2006/main">
            <a:pPr algn="l">
              <a:defRPr sz="1200" b="0" i="0">
                <a:solidFill>
                  <a:srgbClr val="122852"/>
                </a:solidFill>
                <a:latin typeface="Comic Sans MS"/>
                <a:ea typeface="Comic Sans MS"/>
                <a:cs typeface="Comic Sans MS"/>
              </a:defRPr>
            </a:pPr>
            <a:r>
              <a:rPr sz="1200" b="0" i="0">
                <a:solidFill>
                  <a:srgbClr val="122852"/>
                </a:solidFill>
                <a:latin typeface="Comic Sans MS"/>
                <a:ea typeface="Comic Sans MS"/>
                <a:cs typeface="Comic Sans MS"/>
              </a:rPr>
              <a:t>s1: original observation</a:t>
            </a:r>
          </a:p>
        </p:txBody>
      </p:sp>
      <p:sp>
        <p:nvSpPr>
          <p:cNvPr id="43" name="label-41">
            <a:extLst xmlns:a="http://schemas.openxmlformats.org/drawingml/2006/main">
              <a:ext uri="{FF2B5EF4-FFF2-40B4-BE49-F238E27FC236}">
                <a16:creationId xmlns:a16="http://schemas.microsoft.com/office/drawing/2014/main" id="{035D6515-5221-4FF6-AE97-A2A3A2475055}"/>
              </a:ext>
            </a:extLst>
          </p:cNvPr>
          <p:cNvSpPr>
            <a:spLocks xmlns:a="http://schemas.openxmlformats.org/drawingml/2006/main" noGrp="1"/>
          </p:cNvSpPr>
          <p:nvPr/>
        </p:nvSpPr>
        <p:spPr>
          <a:xfrm xmlns:a="http://schemas.openxmlformats.org/drawingml/2006/main">
            <a:off x="8220075" y="2974848"/>
            <a:ext cx="714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0" i="0">
                <a:solidFill>
                  <a:srgbClr val="20232A"/>
                </a:solidFill>
                <a:latin typeface="Comic Sans MS"/>
                <a:ea typeface="Comic Sans MS"/>
                <a:cs typeface="Comic Sans MS"/>
              </a:defRPr>
            </a:defPPr>
          </a:lstStyle>
          <a:p xmlns:a="http://schemas.openxmlformats.org/drawingml/2006/main">
            <a:pPr algn="ctr">
              <a:defRPr sz="1050" b="0" i="0">
                <a:solidFill>
                  <a:srgbClr val="20232A"/>
                </a:solidFill>
                <a:latin typeface="Comic Sans MS"/>
                <a:ea typeface="Comic Sans MS"/>
                <a:cs typeface="Comic Sans MS"/>
              </a:defRPr>
            </a:pPr>
            <a:r>
              <a:rPr sz="1050" b="0" i="0">
                <a:solidFill>
                  <a:srgbClr val="20232A"/>
                </a:solidFill>
                <a:latin typeface="Comic Sans MS"/>
                <a:ea typeface="Comic Sans MS"/>
                <a:cs typeface="Comic Sans MS"/>
              </a:rPr>
              <a:t>observed</a:t>
            </a:r>
          </a:p>
        </p:txBody>
      </p:sp>
      <p:sp>
        <p:nvSpPr>
          <p:cNvPr id="44" name="edge-42">
            <a:extLst xmlns:a="http://schemas.openxmlformats.org/drawingml/2006/main">
              <a:ext uri="{FF2B5EF4-FFF2-40B4-BE49-F238E27FC236}">
                <a16:creationId xmlns:a16="http://schemas.microsoft.com/office/drawing/2014/main" id="{2AC75E4E-E9B0-4F85-9398-4B66006AAFAF}"/>
              </a:ext>
            </a:extLst>
          </p:cNvPr>
          <p:cNvSpPr>
            <a:spLocks xmlns:a="http://schemas.openxmlformats.org/drawingml/2006/main" noGrp="1"/>
          </p:cNvSpPr>
          <p:nvPr/>
        </p:nvSpPr>
        <p:spPr>
          <a:xfrm xmlns:a="http://schemas.openxmlformats.org/drawingml/2006/main" flipH="0" flipV="0">
            <a:off x="5867400" y="3559683"/>
            <a:ext cx="3086100" cy="0"/>
          </a:xfrm>
          <a:prstGeom xmlns:a="http://schemas.openxmlformats.org/drawingml/2006/main" prst="line">
            <a:avLst/>
          </a:prstGeom>
          <a:ln xmlns:a="http://schemas.openxmlformats.org/drawingml/2006/main" w="6668">
            <a:solidFill>
              <a:srgbClr val="C2CCC6"/>
            </a:solidFill>
            <a:prstDash val="solid"/>
          </a:ln>
        </p:spPr>
      </p:sp>
      <p:sp>
        <p:nvSpPr>
          <p:cNvPr id="45" name="node-e2-43">
            <a:extLst xmlns:a="http://schemas.openxmlformats.org/drawingml/2006/main">
              <a:ext uri="{FF2B5EF4-FFF2-40B4-BE49-F238E27FC236}">
                <a16:creationId xmlns:a16="http://schemas.microsoft.com/office/drawing/2014/main" id="{066792ED-681F-4C52-85FF-2A90059D090D}"/>
              </a:ext>
            </a:extLst>
          </p:cNvPr>
          <p:cNvSpPr>
            <a:spLocks xmlns:a="http://schemas.openxmlformats.org/drawingml/2006/main" noGrp="1"/>
          </p:cNvSpPr>
          <p:nvPr/>
        </p:nvSpPr>
        <p:spPr>
          <a:xfrm xmlns:a="http://schemas.openxmlformats.org/drawingml/2006/main">
            <a:off x="5553075" y="3310128"/>
            <a:ext cx="247650" cy="247650"/>
          </a:xfrm>
          <a:prstGeom xmlns:a="http://schemas.openxmlformats.org/drawingml/2006/main" prst="ellipse">
            <a:avLst/>
          </a:prstGeom>
          <a:solidFill xmlns:a="http://schemas.openxmlformats.org/drawingml/2006/main">
            <a:srgbClr val="E1F1E9"/>
          </a:solidFill>
          <a:ln xmlns:a="http://schemas.openxmlformats.org/drawingml/2006/main" w="17145">
            <a:solidFill>
              <a:srgbClr val="4D9C84"/>
            </a:solidFill>
          </a:ln>
        </p:spPr>
        <p:txBody>
          <a:bodyPr xmlns:a="http://schemas.openxmlformats.org/drawingml/2006/main" wrap="none" lIns="0" tIns="0" rIns="0" bIns="0" anchor="ctr">
            <a:noAutofit/>
          </a:bodyPr>
          <a:lstStyle xmlns:a="http://schemas.openxmlformats.org/drawingml/2006/main">
            <a:defPPr algn="ctr">
              <a:defRPr sz="975" b="0">
                <a:solidFill>
                  <a:srgbClr val="20232A"/>
                </a:solidFill>
                <a:latin typeface="Comic Sans MS"/>
                <a:ea typeface="Comic Sans MS"/>
                <a:cs typeface="Comic Sans MS"/>
              </a:defRPr>
            </a:defPPr>
          </a:lstStyle>
          <a:p xmlns:a="http://schemas.openxmlformats.org/drawingml/2006/main">
            <a:pPr algn="ctr">
              <a:defRPr sz="975" b="0">
                <a:solidFill>
                  <a:srgbClr val="20232A"/>
                </a:solidFill>
                <a:latin typeface="Comic Sans MS"/>
                <a:ea typeface="Comic Sans MS"/>
                <a:cs typeface="Comic Sans MS"/>
              </a:defRPr>
            </a:pPr>
            <a:r>
              <a:rPr sz="975" b="0">
                <a:solidFill>
                  <a:srgbClr val="20232A"/>
                </a:solidFill>
                <a:latin typeface="Comic Sans MS"/>
                <a:ea typeface="Comic Sans MS"/>
                <a:cs typeface="Comic Sans MS"/>
              </a:rPr>
              <a:t>e2</a:t>
            </a:r>
          </a:p>
        </p:txBody>
      </p:sp>
      <p:sp>
        <p:nvSpPr>
          <p:cNvPr id="46" name="label-44">
            <a:extLst xmlns:a="http://schemas.openxmlformats.org/drawingml/2006/main">
              <a:ext uri="{FF2B5EF4-FFF2-40B4-BE49-F238E27FC236}">
                <a16:creationId xmlns:a16="http://schemas.microsoft.com/office/drawing/2014/main" id="{E676D51A-3B78-46A9-A07E-F6C6CA62D987}"/>
              </a:ext>
            </a:extLst>
          </p:cNvPr>
          <p:cNvSpPr>
            <a:spLocks xmlns:a="http://schemas.openxmlformats.org/drawingml/2006/main" noGrp="1"/>
          </p:cNvSpPr>
          <p:nvPr/>
        </p:nvSpPr>
        <p:spPr>
          <a:xfrm xmlns:a="http://schemas.openxmlformats.org/drawingml/2006/main">
            <a:off x="5867400" y="3310128"/>
            <a:ext cx="2305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i="0">
                <a:solidFill>
                  <a:srgbClr val="122852"/>
                </a:solidFill>
                <a:latin typeface="Comic Sans MS"/>
                <a:ea typeface="Comic Sans MS"/>
                <a:cs typeface="Comic Sans MS"/>
              </a:defRPr>
            </a:defPPr>
          </a:lstStyle>
          <a:p xmlns:a="http://schemas.openxmlformats.org/drawingml/2006/main">
            <a:pPr algn="l">
              <a:defRPr sz="1200" b="0" i="0">
                <a:solidFill>
                  <a:srgbClr val="122852"/>
                </a:solidFill>
                <a:latin typeface="Comic Sans MS"/>
                <a:ea typeface="Comic Sans MS"/>
                <a:cs typeface="Comic Sans MS"/>
              </a:defRPr>
            </a:pPr>
            <a:r>
              <a:rPr sz="1200" b="0" i="0">
                <a:solidFill>
                  <a:srgbClr val="122852"/>
                </a:solidFill>
                <a:latin typeface="Comic Sans MS"/>
                <a:ea typeface="Comic Sans MS"/>
                <a:cs typeface="Comic Sans MS"/>
              </a:rPr>
              <a:t>s3: agent interpretation</a:t>
            </a:r>
          </a:p>
        </p:txBody>
      </p:sp>
      <p:sp>
        <p:nvSpPr>
          <p:cNvPr id="47" name="label-45">
            <a:extLst xmlns:a="http://schemas.openxmlformats.org/drawingml/2006/main">
              <a:ext uri="{FF2B5EF4-FFF2-40B4-BE49-F238E27FC236}">
                <a16:creationId xmlns:a16="http://schemas.microsoft.com/office/drawing/2014/main" id="{52FEC9FE-2C3E-4EF5-861E-5AC0CCCE7E47}"/>
              </a:ext>
            </a:extLst>
          </p:cNvPr>
          <p:cNvSpPr>
            <a:spLocks xmlns:a="http://schemas.openxmlformats.org/drawingml/2006/main" noGrp="1"/>
          </p:cNvSpPr>
          <p:nvPr/>
        </p:nvSpPr>
        <p:spPr>
          <a:xfrm xmlns:a="http://schemas.openxmlformats.org/drawingml/2006/main">
            <a:off x="8220075" y="3310128"/>
            <a:ext cx="714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0" i="0">
                <a:solidFill>
                  <a:srgbClr val="20232A"/>
                </a:solidFill>
                <a:latin typeface="Comic Sans MS"/>
                <a:ea typeface="Comic Sans MS"/>
                <a:cs typeface="Comic Sans MS"/>
              </a:defRPr>
            </a:defPPr>
          </a:lstStyle>
          <a:p xmlns:a="http://schemas.openxmlformats.org/drawingml/2006/main">
            <a:pPr algn="ctr">
              <a:defRPr sz="1050" b="0" i="0">
                <a:solidFill>
                  <a:srgbClr val="20232A"/>
                </a:solidFill>
                <a:latin typeface="Comic Sans MS"/>
                <a:ea typeface="Comic Sans MS"/>
                <a:cs typeface="Comic Sans MS"/>
              </a:defRPr>
            </a:pPr>
            <a:r>
              <a:rPr sz="1050" b="0" i="0">
                <a:solidFill>
                  <a:srgbClr val="20232A"/>
                </a:solidFill>
                <a:latin typeface="Comic Sans MS"/>
                <a:ea typeface="Comic Sans MS"/>
                <a:cs typeface="Comic Sans MS"/>
              </a:rPr>
              <a:t>inferred</a:t>
            </a:r>
          </a:p>
        </p:txBody>
      </p:sp>
      <p:sp>
        <p:nvSpPr>
          <p:cNvPr id="48" name="edge-46">
            <a:extLst xmlns:a="http://schemas.openxmlformats.org/drawingml/2006/main">
              <a:ext uri="{FF2B5EF4-FFF2-40B4-BE49-F238E27FC236}">
                <a16:creationId xmlns:a16="http://schemas.microsoft.com/office/drawing/2014/main" id="{EC677752-6087-4938-B016-87605E7E3503}"/>
              </a:ext>
            </a:extLst>
          </p:cNvPr>
          <p:cNvSpPr>
            <a:spLocks xmlns:a="http://schemas.openxmlformats.org/drawingml/2006/main" noGrp="1"/>
          </p:cNvSpPr>
          <p:nvPr/>
        </p:nvSpPr>
        <p:spPr>
          <a:xfrm xmlns:a="http://schemas.openxmlformats.org/drawingml/2006/main" flipH="0" flipV="0">
            <a:off x="5867400" y="3894963"/>
            <a:ext cx="3086100" cy="0"/>
          </a:xfrm>
          <a:prstGeom xmlns:a="http://schemas.openxmlformats.org/drawingml/2006/main" prst="line">
            <a:avLst/>
          </a:prstGeom>
          <a:ln xmlns:a="http://schemas.openxmlformats.org/drawingml/2006/main" w="6668">
            <a:solidFill>
              <a:srgbClr val="C2CCC6"/>
            </a:solidFill>
            <a:prstDash val="solid"/>
          </a:ln>
        </p:spPr>
      </p:sp>
      <p:sp>
        <p:nvSpPr>
          <p:cNvPr id="49" name="node-e3-47">
            <a:extLst xmlns:a="http://schemas.openxmlformats.org/drawingml/2006/main">
              <a:ext uri="{FF2B5EF4-FFF2-40B4-BE49-F238E27FC236}">
                <a16:creationId xmlns:a16="http://schemas.microsoft.com/office/drawing/2014/main" id="{1DC51A94-41CB-48E1-9730-A274BF2697CC}"/>
              </a:ext>
            </a:extLst>
          </p:cNvPr>
          <p:cNvSpPr>
            <a:spLocks xmlns:a="http://schemas.openxmlformats.org/drawingml/2006/main" noGrp="1"/>
          </p:cNvSpPr>
          <p:nvPr/>
        </p:nvSpPr>
        <p:spPr>
          <a:xfrm xmlns:a="http://schemas.openxmlformats.org/drawingml/2006/main">
            <a:off x="5553075" y="3645408"/>
            <a:ext cx="247650" cy="247650"/>
          </a:xfrm>
          <a:prstGeom xmlns:a="http://schemas.openxmlformats.org/drawingml/2006/main" prst="ellipse">
            <a:avLst/>
          </a:prstGeom>
          <a:solidFill xmlns:a="http://schemas.openxmlformats.org/drawingml/2006/main">
            <a:srgbClr val="E1F1E9"/>
          </a:solidFill>
          <a:ln xmlns:a="http://schemas.openxmlformats.org/drawingml/2006/main" w="17145">
            <a:solidFill>
              <a:srgbClr val="4D9C84"/>
            </a:solidFill>
          </a:ln>
        </p:spPr>
        <p:txBody>
          <a:bodyPr xmlns:a="http://schemas.openxmlformats.org/drawingml/2006/main" wrap="none" lIns="0" tIns="0" rIns="0" bIns="0" anchor="ctr">
            <a:noAutofit/>
          </a:bodyPr>
          <a:lstStyle xmlns:a="http://schemas.openxmlformats.org/drawingml/2006/main">
            <a:defPPr algn="ctr">
              <a:defRPr sz="975" b="0">
                <a:solidFill>
                  <a:srgbClr val="20232A"/>
                </a:solidFill>
                <a:latin typeface="Comic Sans MS"/>
                <a:ea typeface="Comic Sans MS"/>
                <a:cs typeface="Comic Sans MS"/>
              </a:defRPr>
            </a:defPPr>
          </a:lstStyle>
          <a:p xmlns:a="http://schemas.openxmlformats.org/drawingml/2006/main">
            <a:pPr algn="ctr">
              <a:defRPr sz="975" b="0">
                <a:solidFill>
                  <a:srgbClr val="20232A"/>
                </a:solidFill>
                <a:latin typeface="Comic Sans MS"/>
                <a:ea typeface="Comic Sans MS"/>
                <a:cs typeface="Comic Sans MS"/>
              </a:defRPr>
            </a:pPr>
            <a:r>
              <a:rPr sz="975" b="0">
                <a:solidFill>
                  <a:srgbClr val="20232A"/>
                </a:solidFill>
                <a:latin typeface="Comic Sans MS"/>
                <a:ea typeface="Comic Sans MS"/>
                <a:cs typeface="Comic Sans MS"/>
              </a:rPr>
              <a:t>e3</a:t>
            </a:r>
          </a:p>
        </p:txBody>
      </p:sp>
      <p:sp>
        <p:nvSpPr>
          <p:cNvPr id="50" name="label-48">
            <a:extLst xmlns:a="http://schemas.openxmlformats.org/drawingml/2006/main">
              <a:ext uri="{FF2B5EF4-FFF2-40B4-BE49-F238E27FC236}">
                <a16:creationId xmlns:a16="http://schemas.microsoft.com/office/drawing/2014/main" id="{20DA9D32-9734-49B8-99E3-110A4EDE6B89}"/>
              </a:ext>
            </a:extLst>
          </p:cNvPr>
          <p:cNvSpPr>
            <a:spLocks xmlns:a="http://schemas.openxmlformats.org/drawingml/2006/main" noGrp="1"/>
          </p:cNvSpPr>
          <p:nvPr/>
        </p:nvSpPr>
        <p:spPr>
          <a:xfrm xmlns:a="http://schemas.openxmlformats.org/drawingml/2006/main">
            <a:off x="5867400" y="3645408"/>
            <a:ext cx="2305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i="0">
                <a:solidFill>
                  <a:srgbClr val="122852"/>
                </a:solidFill>
                <a:latin typeface="Comic Sans MS"/>
                <a:ea typeface="Comic Sans MS"/>
                <a:cs typeface="Comic Sans MS"/>
              </a:defRPr>
            </a:defPPr>
          </a:lstStyle>
          <a:p xmlns:a="http://schemas.openxmlformats.org/drawingml/2006/main">
            <a:pPr algn="l">
              <a:defRPr sz="1200" b="0" i="0">
                <a:solidFill>
                  <a:srgbClr val="122852"/>
                </a:solidFill>
                <a:latin typeface="Comic Sans MS"/>
                <a:ea typeface="Comic Sans MS"/>
                <a:cs typeface="Comic Sans MS"/>
              </a:defRPr>
            </a:pPr>
            <a:r>
              <a:rPr sz="1200" b="0" i="0">
                <a:solidFill>
                  <a:srgbClr val="122852"/>
                </a:solidFill>
                <a:latin typeface="Comic Sans MS"/>
                <a:ea typeface="Comic Sans MS"/>
                <a:cs typeface="Comic Sans MS"/>
              </a:rPr>
              <a:t>s5: downstream use</a:t>
            </a:r>
          </a:p>
        </p:txBody>
      </p:sp>
      <p:sp>
        <p:nvSpPr>
          <p:cNvPr id="51" name="label-49">
            <a:extLst xmlns:a="http://schemas.openxmlformats.org/drawingml/2006/main">
              <a:ext uri="{FF2B5EF4-FFF2-40B4-BE49-F238E27FC236}">
                <a16:creationId xmlns:a16="http://schemas.microsoft.com/office/drawing/2014/main" id="{8C52E9F3-8E64-4606-A654-E8AC0B76903A}"/>
              </a:ext>
            </a:extLst>
          </p:cNvPr>
          <p:cNvSpPr>
            <a:spLocks xmlns:a="http://schemas.openxmlformats.org/drawingml/2006/main" noGrp="1"/>
          </p:cNvSpPr>
          <p:nvPr/>
        </p:nvSpPr>
        <p:spPr>
          <a:xfrm xmlns:a="http://schemas.openxmlformats.org/drawingml/2006/main">
            <a:off x="8220075" y="3645408"/>
            <a:ext cx="714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0" i="0">
                <a:solidFill>
                  <a:srgbClr val="20232A"/>
                </a:solidFill>
                <a:latin typeface="Comic Sans MS"/>
                <a:ea typeface="Comic Sans MS"/>
                <a:cs typeface="Comic Sans MS"/>
              </a:defRPr>
            </a:defPPr>
          </a:lstStyle>
          <a:p xmlns:a="http://schemas.openxmlformats.org/drawingml/2006/main">
            <a:pPr algn="ctr">
              <a:defRPr sz="1050" b="0" i="0">
                <a:solidFill>
                  <a:srgbClr val="20232A"/>
                </a:solidFill>
                <a:latin typeface="Comic Sans MS"/>
                <a:ea typeface="Comic Sans MS"/>
                <a:cs typeface="Comic Sans MS"/>
              </a:defRPr>
            </a:pPr>
            <a:r>
              <a:rPr sz="1050" b="0" i="0">
                <a:solidFill>
                  <a:srgbClr val="20232A"/>
                </a:solidFill>
                <a:latin typeface="Comic Sans MS"/>
                <a:ea typeface="Comic Sans MS"/>
                <a:cs typeface="Comic Sans MS"/>
              </a:rPr>
              <a:t>adopted</a:t>
            </a:r>
          </a:p>
        </p:txBody>
      </p:sp>
      <p:sp>
        <p:nvSpPr>
          <p:cNvPr id="52" name="label-50">
            <a:extLst xmlns:a="http://schemas.openxmlformats.org/drawingml/2006/main">
              <a:ext uri="{FF2B5EF4-FFF2-40B4-BE49-F238E27FC236}">
                <a16:creationId xmlns:a16="http://schemas.microsoft.com/office/drawing/2014/main" id="{821C2053-E4A4-42A4-A5C7-52C5126EE7D5}"/>
              </a:ext>
            </a:extLst>
          </p:cNvPr>
          <p:cNvSpPr>
            <a:spLocks xmlns:a="http://schemas.openxmlformats.org/drawingml/2006/main" noGrp="1"/>
          </p:cNvSpPr>
          <p:nvPr/>
        </p:nvSpPr>
        <p:spPr>
          <a:xfrm xmlns:a="http://schemas.openxmlformats.org/drawingml/2006/main">
            <a:off x="3952875" y="4227576"/>
            <a:ext cx="271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i="0">
                <a:solidFill>
                  <a:srgbClr val="20232A"/>
                </a:solidFill>
                <a:latin typeface="Comic Sans MS"/>
                <a:ea typeface="Comic Sans MS"/>
                <a:cs typeface="Comic Sans MS"/>
              </a:defRPr>
            </a:defPPr>
          </a:lstStyle>
          <a:p xmlns:a="http://schemas.openxmlformats.org/drawingml/2006/main">
            <a:pPr algn="ctr">
              <a:defRPr sz="1800" b="0" i="0">
                <a:solidFill>
                  <a:srgbClr val="20232A"/>
                </a:solidFill>
                <a:latin typeface="Comic Sans MS"/>
                <a:ea typeface="Comic Sans MS"/>
                <a:cs typeface="Comic Sans MS"/>
              </a:defRPr>
            </a:pPr>
            <a:r>
              <a:rPr sz="1800" b="0" i="0">
                <a:solidFill>
                  <a:srgbClr val="20232A"/>
                </a:solidFill>
                <a:latin typeface="Comic Sans MS"/>
                <a:ea typeface="Comic Sans MS"/>
                <a:cs typeface="Comic Sans MS"/>
              </a:rPr>
              <a:t>Relation Analyst</a:t>
            </a:r>
          </a:p>
        </p:txBody>
      </p:sp>
      <p:pic>
        <p:nvPicPr>
          <p:cNvPr id="53" name="">
            <a:extLst xmlns:a="http://schemas.openxmlformats.org/drawingml/2006/main">
              <a:ext uri="{FF2B5EF4-FFF2-40B4-BE49-F238E27FC236}">
                <a16:creationId xmlns:a16="http://schemas.microsoft.com/office/drawing/2014/main" id="{F4578DC2-7C75-4906-B18B-6DE5F1E64A12}"/>
              </a:ext>
            </a:extLst>
          </p:cNvPr>
          <p:cNvPicPr>
            <a:picLocks xmlns:a="http://schemas.openxmlformats.org/drawingml/2006/main" noChangeAspect="1"/>
          </p:cNvPicPr>
          <p:nvPr/>
        </p:nvPicPr>
        <p:blipFill>
          <a:blip xmlns:r="http://schemas.openxmlformats.org/officeDocument/2006/relationships" xmlns:a="http://schemas.openxmlformats.org/drawingml/2006/main" r:embed="Rf51740cc24f641f1"/>
          <a:stretch xmlns:a="http://schemas.openxmlformats.org/drawingml/2006/main"/>
        </p:blipFill>
        <p:spPr>
          <a:xfrm xmlns:a="http://schemas.openxmlformats.org/drawingml/2006/main">
            <a:off x="3889248" y="4749927"/>
            <a:ext cx="1232154" cy="1232154"/>
          </a:xfrm>
          <a:prstGeom xmlns:a="http://schemas.openxmlformats.org/drawingml/2006/main" prst="rect">
            <a:avLst/>
          </a:prstGeom>
        </p:spPr>
      </p:pic>
      <p:cxnSp>
        <p:nvCxnSpPr>
          <p:cNvPr id="54" name="edge-51">
            <a:extLst xmlns:a="http://schemas.openxmlformats.org/drawingml/2006/main">
              <a:ext uri="{FF2B5EF4-FFF2-40B4-BE49-F238E27FC236}">
                <a16:creationId xmlns:a16="http://schemas.microsoft.com/office/drawing/2014/main" id="{4F0ECF50-CFAB-4AD1-ACE1-DB8EBA6C846F}"/>
              </a:ext>
            </a:extLst>
          </p:cNvPr>
          <p:cNvCxnSpPr/>
          <p:nvPr/>
        </p:nvCxnSpPr>
        <p:spPr>
          <a:xfrm xmlns:a="http://schemas.openxmlformats.org/drawingml/2006/main" flipH="0" flipV="0">
            <a:off x="5939034" y="5113308"/>
            <a:ext cx="1019239" cy="199991"/>
          </a:xfrm>
          <a:prstGeom xmlns:a="http://schemas.openxmlformats.org/drawingml/2006/main" prst="straightConnector1">
            <a:avLst/>
          </a:prstGeom>
          <a:ln xmlns:a="http://schemas.openxmlformats.org/drawingml/2006/main" w="17145">
            <a:solidFill>
              <a:srgbClr val="CC646A"/>
            </a:solidFill>
            <a:prstDash val="solid"/>
            <a:tailEnd type="triangle" w="sm" len="sm"/>
          </a:ln>
        </p:spPr>
      </p:cxnSp>
      <p:cxnSp>
        <p:nvCxnSpPr>
          <p:cNvPr id="55" name="edge-52">
            <a:extLst xmlns:a="http://schemas.openxmlformats.org/drawingml/2006/main">
              <a:ext uri="{FF2B5EF4-FFF2-40B4-BE49-F238E27FC236}">
                <a16:creationId xmlns:a16="http://schemas.microsoft.com/office/drawing/2014/main" id="{0C132570-855B-4A08-AC84-E1ABB3E7E035}"/>
              </a:ext>
            </a:extLst>
          </p:cNvPr>
          <p:cNvCxnSpPr/>
          <p:nvPr/>
        </p:nvCxnSpPr>
        <p:spPr>
          <a:xfrm xmlns:a="http://schemas.openxmlformats.org/drawingml/2006/main" flipH="1" flipV="0">
            <a:off x="6376193" y="5445134"/>
            <a:ext cx="627137" cy="360635"/>
          </a:xfrm>
          <a:prstGeom xmlns:a="http://schemas.openxmlformats.org/drawingml/2006/main" prst="straightConnector1">
            <a:avLst/>
          </a:prstGeom>
          <a:ln xmlns:a="http://schemas.openxmlformats.org/drawingml/2006/main" w="17145">
            <a:solidFill>
              <a:srgbClr val="4D9C84"/>
            </a:solidFill>
            <a:prstDash val="dash"/>
            <a:tailEnd type="triangle" w="sm" len="sm"/>
          </a:ln>
        </p:spPr>
      </p:cxnSp>
      <p:sp>
        <p:nvSpPr>
          <p:cNvPr id="56" name="node-E1-53">
            <a:extLst xmlns:a="http://schemas.openxmlformats.org/drawingml/2006/main">
              <a:ext uri="{FF2B5EF4-FFF2-40B4-BE49-F238E27FC236}">
                <a16:creationId xmlns:a16="http://schemas.microsoft.com/office/drawing/2014/main" id="{23BB9538-C5C5-4B3C-8ABB-E02B4E5A95EA}"/>
              </a:ext>
            </a:extLst>
          </p:cNvPr>
          <p:cNvSpPr>
            <a:spLocks xmlns:a="http://schemas.openxmlformats.org/drawingml/2006/main" noGrp="1"/>
          </p:cNvSpPr>
          <p:nvPr/>
        </p:nvSpPr>
        <p:spPr>
          <a:xfrm xmlns:a="http://schemas.openxmlformats.org/drawingml/2006/main">
            <a:off x="5572125" y="4895850"/>
            <a:ext cx="361950" cy="361950"/>
          </a:xfrm>
          <a:prstGeom xmlns:a="http://schemas.openxmlformats.org/drawingml/2006/main" prst="ellipse">
            <a:avLst/>
          </a:prstGeom>
          <a:solidFill xmlns:a="http://schemas.openxmlformats.org/drawingml/2006/main">
            <a:srgbClr val="F6D7D8"/>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350" b="0">
                <a:solidFill>
                  <a:srgbClr val="20232A"/>
                </a:solidFill>
                <a:latin typeface="Comic Sans MS"/>
                <a:ea typeface="Comic Sans MS"/>
                <a:cs typeface="Comic Sans MS"/>
              </a:defRPr>
            </a:defPPr>
          </a:lstStyle>
          <a:p xmlns:a="http://schemas.openxmlformats.org/drawingml/2006/main">
            <a:pPr algn="ctr">
              <a:defRPr sz="1350" b="0">
                <a:solidFill>
                  <a:srgbClr val="20232A"/>
                </a:solidFill>
                <a:latin typeface="Comic Sans MS"/>
                <a:ea typeface="Comic Sans MS"/>
                <a:cs typeface="Comic Sans MS"/>
              </a:defRPr>
            </a:pPr>
            <a:r>
              <a:rPr sz="1350" b="0">
                <a:solidFill>
                  <a:srgbClr val="20232A"/>
                </a:solidFill>
                <a:latin typeface="Comic Sans MS"/>
                <a:ea typeface="Comic Sans MS"/>
                <a:cs typeface="Comic Sans MS"/>
              </a:rPr>
              <a:t>E1</a:t>
            </a:r>
          </a:p>
        </p:txBody>
      </p:sp>
      <p:sp>
        <p:nvSpPr>
          <p:cNvPr id="57" name="node-E2-54">
            <a:extLst xmlns:a="http://schemas.openxmlformats.org/drawingml/2006/main">
              <a:ext uri="{FF2B5EF4-FFF2-40B4-BE49-F238E27FC236}">
                <a16:creationId xmlns:a16="http://schemas.microsoft.com/office/drawing/2014/main" id="{1F844FF5-415F-490E-99DA-0F131782A8CE}"/>
              </a:ext>
            </a:extLst>
          </p:cNvPr>
          <p:cNvSpPr>
            <a:spLocks xmlns:a="http://schemas.openxmlformats.org/drawingml/2006/main" noGrp="1"/>
          </p:cNvSpPr>
          <p:nvPr/>
        </p:nvSpPr>
        <p:spPr>
          <a:xfrm xmlns:a="http://schemas.openxmlformats.org/drawingml/2006/main">
            <a:off x="6981825" y="5172456"/>
            <a:ext cx="361950" cy="361950"/>
          </a:xfrm>
          <a:prstGeom xmlns:a="http://schemas.openxmlformats.org/drawingml/2006/main" prst="ellipse">
            <a:avLst/>
          </a:prstGeom>
          <a:solidFill xmlns:a="http://schemas.openxmlformats.org/drawingml/2006/main">
            <a:srgbClr val="F5D88F"/>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350" b="0">
                <a:solidFill>
                  <a:srgbClr val="20232A"/>
                </a:solidFill>
                <a:latin typeface="Comic Sans MS"/>
                <a:ea typeface="Comic Sans MS"/>
                <a:cs typeface="Comic Sans MS"/>
              </a:defRPr>
            </a:defPPr>
          </a:lstStyle>
          <a:p xmlns:a="http://schemas.openxmlformats.org/drawingml/2006/main">
            <a:pPr algn="ctr">
              <a:defRPr sz="1350" b="0">
                <a:solidFill>
                  <a:srgbClr val="20232A"/>
                </a:solidFill>
                <a:latin typeface="Comic Sans MS"/>
                <a:ea typeface="Comic Sans MS"/>
                <a:cs typeface="Comic Sans MS"/>
              </a:defRPr>
            </a:pPr>
            <a:r>
              <a:rPr sz="1350" b="0">
                <a:solidFill>
                  <a:srgbClr val="20232A"/>
                </a:solidFill>
                <a:latin typeface="Comic Sans MS"/>
                <a:ea typeface="Comic Sans MS"/>
                <a:cs typeface="Comic Sans MS"/>
              </a:rPr>
              <a:t>E2</a:t>
            </a:r>
          </a:p>
        </p:txBody>
      </p:sp>
      <p:sp>
        <p:nvSpPr>
          <p:cNvPr id="58" name="node-E3-55">
            <a:extLst xmlns:a="http://schemas.openxmlformats.org/drawingml/2006/main">
              <a:ext uri="{FF2B5EF4-FFF2-40B4-BE49-F238E27FC236}">
                <a16:creationId xmlns:a16="http://schemas.microsoft.com/office/drawing/2014/main" id="{F4539C56-F10B-4850-BE81-765B32F1728D}"/>
              </a:ext>
            </a:extLst>
          </p:cNvPr>
          <p:cNvSpPr>
            <a:spLocks xmlns:a="http://schemas.openxmlformats.org/drawingml/2006/main" noGrp="1"/>
          </p:cNvSpPr>
          <p:nvPr/>
        </p:nvSpPr>
        <p:spPr>
          <a:xfrm xmlns:a="http://schemas.openxmlformats.org/drawingml/2006/main">
            <a:off x="8458200" y="4895850"/>
            <a:ext cx="361950" cy="361950"/>
          </a:xfrm>
          <a:prstGeom xmlns:a="http://schemas.openxmlformats.org/drawingml/2006/main" prst="ellipse">
            <a:avLst/>
          </a:prstGeom>
          <a:solidFill xmlns:a="http://schemas.openxmlformats.org/drawingml/2006/main">
            <a:srgbClr val="C6B4DF"/>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350" b="0">
                <a:solidFill>
                  <a:srgbClr val="20232A"/>
                </a:solidFill>
                <a:latin typeface="Comic Sans MS"/>
                <a:ea typeface="Comic Sans MS"/>
                <a:cs typeface="Comic Sans MS"/>
              </a:defRPr>
            </a:defPPr>
          </a:lstStyle>
          <a:p xmlns:a="http://schemas.openxmlformats.org/drawingml/2006/main">
            <a:pPr algn="ctr">
              <a:defRPr sz="1350" b="0">
                <a:solidFill>
                  <a:srgbClr val="20232A"/>
                </a:solidFill>
                <a:latin typeface="Comic Sans MS"/>
                <a:ea typeface="Comic Sans MS"/>
                <a:cs typeface="Comic Sans MS"/>
              </a:defRPr>
            </a:pPr>
            <a:r>
              <a:rPr sz="1350" b="0">
                <a:solidFill>
                  <a:srgbClr val="20232A"/>
                </a:solidFill>
                <a:latin typeface="Comic Sans MS"/>
                <a:ea typeface="Comic Sans MS"/>
                <a:cs typeface="Comic Sans MS"/>
              </a:rPr>
              <a:t>E3</a:t>
            </a:r>
          </a:p>
        </p:txBody>
      </p:sp>
      <p:sp>
        <p:nvSpPr>
          <p:cNvPr id="59" name="node-E4-56">
            <a:extLst xmlns:a="http://schemas.openxmlformats.org/drawingml/2006/main">
              <a:ext uri="{FF2B5EF4-FFF2-40B4-BE49-F238E27FC236}">
                <a16:creationId xmlns:a16="http://schemas.microsoft.com/office/drawing/2014/main" id="{CAF38C97-666A-40A8-A53B-6F2184CECFD8}"/>
              </a:ext>
            </a:extLst>
          </p:cNvPr>
          <p:cNvSpPr>
            <a:spLocks xmlns:a="http://schemas.openxmlformats.org/drawingml/2006/main" noGrp="1"/>
          </p:cNvSpPr>
          <p:nvPr/>
        </p:nvSpPr>
        <p:spPr>
          <a:xfrm xmlns:a="http://schemas.openxmlformats.org/drawingml/2006/main">
            <a:off x="6019800" y="5725668"/>
            <a:ext cx="361950" cy="361950"/>
          </a:xfrm>
          <a:prstGeom xmlns:a="http://schemas.openxmlformats.org/drawingml/2006/main" prst="ellipse">
            <a:avLst/>
          </a:prstGeom>
          <a:solidFill xmlns:a="http://schemas.openxmlformats.org/drawingml/2006/main">
            <a:srgbClr val="BDDBB2"/>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350" b="0">
                <a:solidFill>
                  <a:srgbClr val="20232A"/>
                </a:solidFill>
                <a:latin typeface="Comic Sans MS"/>
                <a:ea typeface="Comic Sans MS"/>
                <a:cs typeface="Comic Sans MS"/>
              </a:defRPr>
            </a:defPPr>
          </a:lstStyle>
          <a:p xmlns:a="http://schemas.openxmlformats.org/drawingml/2006/main">
            <a:pPr algn="ctr">
              <a:defRPr sz="1350" b="0">
                <a:solidFill>
                  <a:srgbClr val="20232A"/>
                </a:solidFill>
                <a:latin typeface="Comic Sans MS"/>
                <a:ea typeface="Comic Sans MS"/>
                <a:cs typeface="Comic Sans MS"/>
              </a:defRPr>
            </a:pPr>
            <a:r>
              <a:rPr sz="1350" b="0">
                <a:solidFill>
                  <a:srgbClr val="20232A"/>
                </a:solidFill>
                <a:latin typeface="Comic Sans MS"/>
                <a:ea typeface="Comic Sans MS"/>
                <a:cs typeface="Comic Sans MS"/>
              </a:rPr>
              <a:t>E4</a:t>
            </a:r>
          </a:p>
        </p:txBody>
      </p:sp>
      <p:sp>
        <p:nvSpPr>
          <p:cNvPr id="60" name="node-E5-57">
            <a:extLst xmlns:a="http://schemas.openxmlformats.org/drawingml/2006/main">
              <a:ext uri="{FF2B5EF4-FFF2-40B4-BE49-F238E27FC236}">
                <a16:creationId xmlns:a16="http://schemas.microsoft.com/office/drawing/2014/main" id="{06F73F10-46DF-4A22-BB07-CFC09698BADE}"/>
              </a:ext>
            </a:extLst>
          </p:cNvPr>
          <p:cNvSpPr>
            <a:spLocks xmlns:a="http://schemas.openxmlformats.org/drawingml/2006/main" noGrp="1"/>
          </p:cNvSpPr>
          <p:nvPr/>
        </p:nvSpPr>
        <p:spPr>
          <a:xfrm xmlns:a="http://schemas.openxmlformats.org/drawingml/2006/main">
            <a:off x="8448675" y="5725668"/>
            <a:ext cx="361950" cy="361950"/>
          </a:xfrm>
          <a:prstGeom xmlns:a="http://schemas.openxmlformats.org/drawingml/2006/main" prst="ellipse">
            <a:avLst/>
          </a:prstGeom>
          <a:solidFill xmlns:a="http://schemas.openxmlformats.org/drawingml/2006/main">
            <a:srgbClr val="E3E6EA"/>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350" b="0">
                <a:solidFill>
                  <a:srgbClr val="20232A"/>
                </a:solidFill>
                <a:latin typeface="Comic Sans MS"/>
                <a:ea typeface="Comic Sans MS"/>
                <a:cs typeface="Comic Sans MS"/>
              </a:defRPr>
            </a:defPPr>
          </a:lstStyle>
          <a:p xmlns:a="http://schemas.openxmlformats.org/drawingml/2006/main">
            <a:pPr algn="ctr">
              <a:defRPr sz="1350" b="0">
                <a:solidFill>
                  <a:srgbClr val="20232A"/>
                </a:solidFill>
                <a:latin typeface="Comic Sans MS"/>
                <a:ea typeface="Comic Sans MS"/>
                <a:cs typeface="Comic Sans MS"/>
              </a:defRPr>
            </a:pPr>
            <a:r>
              <a:rPr sz="1350" b="0">
                <a:solidFill>
                  <a:srgbClr val="20232A"/>
                </a:solidFill>
                <a:latin typeface="Comic Sans MS"/>
                <a:ea typeface="Comic Sans MS"/>
                <a:cs typeface="Comic Sans MS"/>
              </a:rPr>
              <a:t>E5</a:t>
            </a:r>
          </a:p>
        </p:txBody>
      </p:sp>
      <p:sp>
        <p:nvSpPr>
          <p:cNvPr id="61" name="label-58">
            <a:extLst xmlns:a="http://schemas.openxmlformats.org/drawingml/2006/main">
              <a:ext uri="{FF2B5EF4-FFF2-40B4-BE49-F238E27FC236}">
                <a16:creationId xmlns:a16="http://schemas.microsoft.com/office/drawing/2014/main" id="{9B7DBA7D-4221-4C7C-B79D-4945A4D7E262}"/>
              </a:ext>
            </a:extLst>
          </p:cNvPr>
          <p:cNvSpPr>
            <a:spLocks xmlns:a="http://schemas.openxmlformats.org/drawingml/2006/main" noGrp="1"/>
          </p:cNvSpPr>
          <p:nvPr/>
        </p:nvSpPr>
        <p:spPr>
          <a:xfrm xmlns:a="http://schemas.openxmlformats.org/drawingml/2006/main">
            <a:off x="5381625" y="5256467"/>
            <a:ext cx="76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25" b="0" i="0">
                <a:solidFill>
                  <a:srgbClr val="20232A"/>
                </a:solidFill>
                <a:latin typeface="Comic Sans MS"/>
                <a:ea typeface="Comic Sans MS"/>
                <a:cs typeface="Comic Sans MS"/>
              </a:defRPr>
            </a:defPPr>
          </a:lstStyle>
          <a:p xmlns:a="http://schemas.openxmlformats.org/drawingml/2006/main">
            <a:pPr algn="ctr">
              <a:defRPr sz="1125" b="0" i="0">
                <a:solidFill>
                  <a:srgbClr val="20232A"/>
                </a:solidFill>
                <a:latin typeface="Comic Sans MS"/>
                <a:ea typeface="Comic Sans MS"/>
                <a:cs typeface="Comic Sans MS"/>
              </a:defRPr>
            </a:pPr>
            <a:r>
              <a:rPr sz="1125" b="0" i="0">
                <a:solidFill>
                  <a:srgbClr val="20232A"/>
                </a:solidFill>
                <a:latin typeface="Comic Sans MS"/>
                <a:ea typeface="Comic Sans MS"/>
                <a:cs typeface="Comic Sans MS"/>
              </a:rPr>
              <a:t>origin?</a:t>
            </a:r>
          </a:p>
        </p:txBody>
      </p:sp>
      <p:sp>
        <p:nvSpPr>
          <p:cNvPr id="62" name="label-59">
            <a:extLst xmlns:a="http://schemas.openxmlformats.org/drawingml/2006/main">
              <a:ext uri="{FF2B5EF4-FFF2-40B4-BE49-F238E27FC236}">
                <a16:creationId xmlns:a16="http://schemas.microsoft.com/office/drawing/2014/main" id="{0CF0AE80-7C2A-4EE5-977B-3A7D30CA2528}"/>
              </a:ext>
            </a:extLst>
          </p:cNvPr>
          <p:cNvSpPr>
            <a:spLocks xmlns:a="http://schemas.openxmlformats.org/drawingml/2006/main" noGrp="1"/>
          </p:cNvSpPr>
          <p:nvPr/>
        </p:nvSpPr>
        <p:spPr>
          <a:xfrm xmlns:a="http://schemas.openxmlformats.org/drawingml/2006/main">
            <a:off x="6210300" y="4912233"/>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i="0">
                <a:solidFill>
                  <a:srgbClr val="20232A"/>
                </a:solidFill>
                <a:latin typeface="Comic Sans MS"/>
                <a:ea typeface="Comic Sans MS"/>
                <a:cs typeface="Comic Sans MS"/>
              </a:defRPr>
            </a:defPPr>
          </a:lstStyle>
          <a:p xmlns:a="http://schemas.openxmlformats.org/drawingml/2006/main">
            <a:pPr algn="ctr">
              <a:defRPr sz="1200" b="0" i="0">
                <a:solidFill>
                  <a:srgbClr val="20232A"/>
                </a:solidFill>
                <a:latin typeface="Comic Sans MS"/>
                <a:ea typeface="Comic Sans MS"/>
                <a:cs typeface="Comic Sans MS"/>
              </a:defRPr>
            </a:pPr>
            <a:r>
              <a:rPr sz="1200" b="0" i="0">
                <a:solidFill>
                  <a:srgbClr val="20232A"/>
                </a:solidFill>
                <a:latin typeface="Comic Sans MS"/>
                <a:ea typeface="Comic Sans MS"/>
                <a:cs typeface="Comic Sans MS"/>
              </a:rPr>
              <a:t>inherits</a:t>
            </a:r>
          </a:p>
        </p:txBody>
      </p:sp>
      <p:sp>
        <p:nvSpPr>
          <p:cNvPr id="63" name="label-60">
            <a:extLst xmlns:a="http://schemas.openxmlformats.org/drawingml/2006/main">
              <a:ext uri="{FF2B5EF4-FFF2-40B4-BE49-F238E27FC236}">
                <a16:creationId xmlns:a16="http://schemas.microsoft.com/office/drawing/2014/main" id="{BD50161D-81C4-4A04-95CE-C8D2170A7E9C}"/>
              </a:ext>
            </a:extLst>
          </p:cNvPr>
          <p:cNvSpPr>
            <a:spLocks xmlns:a="http://schemas.openxmlformats.org/drawingml/2006/main" noGrp="1"/>
          </p:cNvSpPr>
          <p:nvPr/>
        </p:nvSpPr>
        <p:spPr>
          <a:xfrm xmlns:a="http://schemas.openxmlformats.org/drawingml/2006/main">
            <a:off x="6648450" y="5582793"/>
            <a:ext cx="1057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25" b="0" i="0">
                <a:solidFill>
                  <a:srgbClr val="20232A"/>
                </a:solidFill>
                <a:latin typeface="Comic Sans MS"/>
                <a:ea typeface="Comic Sans MS"/>
                <a:cs typeface="Comic Sans MS"/>
              </a:defRPr>
            </a:defPPr>
          </a:lstStyle>
          <a:p xmlns:a="http://schemas.openxmlformats.org/drawingml/2006/main">
            <a:pPr algn="ctr">
              <a:defRPr sz="1125" b="0" i="0">
                <a:solidFill>
                  <a:srgbClr val="20232A"/>
                </a:solidFill>
                <a:latin typeface="Comic Sans MS"/>
                <a:ea typeface="Comic Sans MS"/>
                <a:cs typeface="Comic Sans MS"/>
              </a:defRPr>
            </a:pPr>
            <a:r>
              <a:rPr sz="1125" b="0" i="0">
                <a:solidFill>
                  <a:srgbClr val="20232A"/>
                </a:solidFill>
                <a:latin typeface="Comic Sans MS"/>
                <a:ea typeface="Comic Sans MS"/>
                <a:cs typeface="Comic Sans MS"/>
              </a:rPr>
              <a:t>propagated?</a:t>
            </a:r>
          </a:p>
        </p:txBody>
      </p:sp>
      <p:sp>
        <p:nvSpPr>
          <p:cNvPr id="64" name="label-61">
            <a:extLst xmlns:a="http://schemas.openxmlformats.org/drawingml/2006/main">
              <a:ext uri="{FF2B5EF4-FFF2-40B4-BE49-F238E27FC236}">
                <a16:creationId xmlns:a16="http://schemas.microsoft.com/office/drawing/2014/main" id="{896F09DA-06BB-4633-8644-FAD3F56D4068}"/>
              </a:ext>
            </a:extLst>
          </p:cNvPr>
          <p:cNvSpPr>
            <a:spLocks xmlns:a="http://schemas.openxmlformats.org/drawingml/2006/main" noGrp="1"/>
          </p:cNvSpPr>
          <p:nvPr/>
        </p:nvSpPr>
        <p:spPr>
          <a:xfrm xmlns:a="http://schemas.openxmlformats.org/drawingml/2006/main">
            <a:off x="8124825" y="5281041"/>
            <a:ext cx="1028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25" b="0" i="0">
                <a:solidFill>
                  <a:srgbClr val="20232A"/>
                </a:solidFill>
                <a:latin typeface="Comic Sans MS"/>
                <a:ea typeface="Comic Sans MS"/>
                <a:cs typeface="Comic Sans MS"/>
              </a:defRPr>
            </a:defPPr>
          </a:lstStyle>
          <a:p xmlns:a="http://schemas.openxmlformats.org/drawingml/2006/main">
            <a:pPr algn="ctr">
              <a:defRPr sz="1125" b="0" i="0">
                <a:solidFill>
                  <a:srgbClr val="20232A"/>
                </a:solidFill>
                <a:latin typeface="Comic Sans MS"/>
                <a:ea typeface="Comic Sans MS"/>
                <a:cs typeface="Comic Sans MS"/>
              </a:defRPr>
            </a:pPr>
            <a:r>
              <a:rPr sz="1125" b="0" i="0">
                <a:solidFill>
                  <a:srgbClr val="20232A"/>
                </a:solidFill>
                <a:latin typeface="Comic Sans MS"/>
                <a:ea typeface="Comic Sans MS"/>
                <a:cs typeface="Comic Sans MS"/>
              </a:rPr>
              <a:t>independent?</a:t>
            </a:r>
          </a:p>
        </p:txBody>
      </p:sp>
      <p:sp>
        <p:nvSpPr>
          <p:cNvPr id="65" name="label-62">
            <a:extLst xmlns:a="http://schemas.openxmlformats.org/drawingml/2006/main">
              <a:ext uri="{FF2B5EF4-FFF2-40B4-BE49-F238E27FC236}">
                <a16:creationId xmlns:a16="http://schemas.microsoft.com/office/drawing/2014/main" id="{7CDDA20D-6089-4BFB-80D0-307A1CD8BBC9}"/>
              </a:ext>
            </a:extLst>
          </p:cNvPr>
          <p:cNvSpPr>
            <a:spLocks xmlns:a="http://schemas.openxmlformats.org/drawingml/2006/main" noGrp="1"/>
          </p:cNvSpPr>
          <p:nvPr/>
        </p:nvSpPr>
        <p:spPr>
          <a:xfrm xmlns:a="http://schemas.openxmlformats.org/drawingml/2006/main">
            <a:off x="5743575" y="6103620"/>
            <a:ext cx="923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25" b="0" i="0">
                <a:solidFill>
                  <a:srgbClr val="20232A"/>
                </a:solidFill>
                <a:latin typeface="Comic Sans MS"/>
                <a:ea typeface="Comic Sans MS"/>
                <a:cs typeface="Comic Sans MS"/>
              </a:defRPr>
            </a:defPPr>
          </a:lstStyle>
          <a:p xmlns:a="http://schemas.openxmlformats.org/drawingml/2006/main">
            <a:pPr algn="ctr">
              <a:defRPr sz="1125" b="0" i="0">
                <a:solidFill>
                  <a:srgbClr val="20232A"/>
                </a:solidFill>
                <a:latin typeface="Comic Sans MS"/>
                <a:ea typeface="Comic Sans MS"/>
                <a:cs typeface="Comic Sans MS"/>
              </a:defRPr>
            </a:pPr>
            <a:r>
              <a:rPr sz="1125" b="0" i="0">
                <a:solidFill>
                  <a:srgbClr val="20232A"/>
                </a:solidFill>
                <a:latin typeface="Comic Sans MS"/>
                <a:ea typeface="Comic Sans MS"/>
                <a:cs typeface="Comic Sans MS"/>
              </a:rPr>
              <a:t>corrected</a:t>
            </a:r>
          </a:p>
        </p:txBody>
      </p:sp>
      <p:sp>
        <p:nvSpPr>
          <p:cNvPr id="66" name="label-63">
            <a:extLst xmlns:a="http://schemas.openxmlformats.org/drawingml/2006/main">
              <a:ext uri="{FF2B5EF4-FFF2-40B4-BE49-F238E27FC236}">
                <a16:creationId xmlns:a16="http://schemas.microsoft.com/office/drawing/2014/main" id="{EFE4E1E2-CA7E-49C2-A0DC-D184DFE2E2AC}"/>
              </a:ext>
            </a:extLst>
          </p:cNvPr>
          <p:cNvSpPr>
            <a:spLocks xmlns:a="http://schemas.openxmlformats.org/drawingml/2006/main" noGrp="1"/>
          </p:cNvSpPr>
          <p:nvPr/>
        </p:nvSpPr>
        <p:spPr>
          <a:xfrm xmlns:a="http://schemas.openxmlformats.org/drawingml/2006/main">
            <a:off x="8191500" y="6103620"/>
            <a:ext cx="885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25" b="0" i="0">
                <a:solidFill>
                  <a:srgbClr val="20232A"/>
                </a:solidFill>
                <a:latin typeface="Comic Sans MS"/>
                <a:ea typeface="Comic Sans MS"/>
                <a:cs typeface="Comic Sans MS"/>
              </a:defRPr>
            </a:defPPr>
          </a:lstStyle>
          <a:p xmlns:a="http://schemas.openxmlformats.org/drawingml/2006/main">
            <a:pPr algn="ctr">
              <a:defRPr sz="1125" b="0" i="0">
                <a:solidFill>
                  <a:srgbClr val="20232A"/>
                </a:solidFill>
                <a:latin typeface="Comic Sans MS"/>
                <a:ea typeface="Comic Sans MS"/>
                <a:cs typeface="Comic Sans MS"/>
              </a:defRPr>
            </a:pPr>
            <a:r>
              <a:rPr sz="1125" b="0" i="0">
                <a:solidFill>
                  <a:srgbClr val="20232A"/>
                </a:solidFill>
                <a:latin typeface="Comic Sans MS"/>
                <a:ea typeface="Comic Sans MS"/>
                <a:cs typeface="Comic Sans MS"/>
              </a:rPr>
              <a:t>irrelevant</a:t>
            </a:r>
          </a:p>
        </p:txBody>
      </p:sp>
      <p:sp>
        <p:nvSpPr>
          <p:cNvPr id="67" name="label-64">
            <a:extLst xmlns:a="http://schemas.openxmlformats.org/drawingml/2006/main">
              <a:ext uri="{FF2B5EF4-FFF2-40B4-BE49-F238E27FC236}">
                <a16:creationId xmlns:a16="http://schemas.microsoft.com/office/drawing/2014/main" id="{93D83EE3-52FB-4676-807C-9A9971DEB55E}"/>
              </a:ext>
            </a:extLst>
          </p:cNvPr>
          <p:cNvSpPr>
            <a:spLocks xmlns:a="http://schemas.openxmlformats.org/drawingml/2006/main" noGrp="1"/>
          </p:cNvSpPr>
          <p:nvPr/>
        </p:nvSpPr>
        <p:spPr>
          <a:xfrm xmlns:a="http://schemas.openxmlformats.org/drawingml/2006/main">
            <a:off x="4010025" y="4559618"/>
            <a:ext cx="5019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75" b="0" i="0">
                <a:solidFill>
                  <a:srgbClr val="20232A"/>
                </a:solidFill>
                <a:latin typeface="Comic Sans MS"/>
                <a:ea typeface="Comic Sans MS"/>
                <a:cs typeface="Comic Sans MS"/>
              </a:defRPr>
            </a:defPPr>
          </a:lstStyle>
          <a:p xmlns:a="http://schemas.openxmlformats.org/drawingml/2006/main">
            <a:pPr algn="ctr">
              <a:defRPr sz="1275" b="0" i="0">
                <a:solidFill>
                  <a:srgbClr val="20232A"/>
                </a:solidFill>
                <a:latin typeface="Comic Sans MS"/>
                <a:ea typeface="Comic Sans MS"/>
                <a:cs typeface="Comic Sans MS"/>
              </a:defRPr>
            </a:pPr>
            <a:r>
              <a:rPr sz="1275" b="0" i="0">
                <a:solidFill>
                  <a:srgbClr val="20232A"/>
                </a:solidFill>
                <a:latin typeface="Comic Sans MS"/>
                <a:ea typeface="Comic Sans MS"/>
                <a:cs typeface="Comic Sans MS"/>
              </a:rPr>
              <a:t>Dependency / propagation / correction / independence</a:t>
            </a:r>
          </a:p>
        </p:txBody>
      </p:sp>
      <p:sp>
        <p:nvSpPr>
          <p:cNvPr id="68" name="edge-65">
            <a:extLst xmlns:a="http://schemas.openxmlformats.org/drawingml/2006/main">
              <a:ext uri="{FF2B5EF4-FFF2-40B4-BE49-F238E27FC236}">
                <a16:creationId xmlns:a16="http://schemas.microsoft.com/office/drawing/2014/main" id="{1BD43D7B-48DD-46EB-8CA5-691873BB0D3E}"/>
              </a:ext>
            </a:extLst>
          </p:cNvPr>
          <p:cNvSpPr>
            <a:spLocks xmlns:a="http://schemas.openxmlformats.org/drawingml/2006/main" noGrp="1"/>
          </p:cNvSpPr>
          <p:nvPr/>
        </p:nvSpPr>
        <p:spPr>
          <a:xfrm xmlns:a="http://schemas.openxmlformats.org/drawingml/2006/main" flipH="0" flipV="0">
            <a:off x="3533775" y="3090291"/>
            <a:ext cx="114300" cy="0"/>
          </a:xfrm>
          <a:prstGeom xmlns:a="http://schemas.openxmlformats.org/drawingml/2006/main" prst="line">
            <a:avLst/>
          </a:prstGeom>
          <a:ln xmlns:a="http://schemas.openxmlformats.org/drawingml/2006/main" w="14288">
            <a:solidFill>
              <a:srgbClr val="20232A"/>
            </a:solidFill>
            <a:prstDash val="solid"/>
          </a:ln>
        </p:spPr>
      </p:sp>
      <p:sp>
        <p:nvSpPr>
          <p:cNvPr id="69" name="edge-66">
            <a:extLst xmlns:a="http://schemas.openxmlformats.org/drawingml/2006/main">
              <a:ext uri="{FF2B5EF4-FFF2-40B4-BE49-F238E27FC236}">
                <a16:creationId xmlns:a16="http://schemas.microsoft.com/office/drawing/2014/main" id="{F5997E3D-29C1-48A2-A975-DD77E8AD0492}"/>
              </a:ext>
            </a:extLst>
          </p:cNvPr>
          <p:cNvSpPr>
            <a:spLocks xmlns:a="http://schemas.openxmlformats.org/drawingml/2006/main" noGrp="1"/>
          </p:cNvSpPr>
          <p:nvPr/>
        </p:nvSpPr>
        <p:spPr>
          <a:xfrm xmlns:a="http://schemas.openxmlformats.org/drawingml/2006/main" flipH="0" flipV="0">
            <a:off x="3648075" y="3090291"/>
            <a:ext cx="0" cy="2187702"/>
          </a:xfrm>
          <a:prstGeom xmlns:a="http://schemas.openxmlformats.org/drawingml/2006/main" prst="line">
            <a:avLst/>
          </a:prstGeom>
          <a:ln xmlns:a="http://schemas.openxmlformats.org/drawingml/2006/main" w="14288">
            <a:solidFill>
              <a:srgbClr val="20232A"/>
            </a:solidFill>
            <a:prstDash val="solid"/>
          </a:ln>
        </p:spPr>
      </p:sp>
      <p:cxnSp>
        <p:nvCxnSpPr>
          <p:cNvPr id="70" name="edge-67">
            <a:extLst xmlns:a="http://schemas.openxmlformats.org/drawingml/2006/main">
              <a:ext uri="{FF2B5EF4-FFF2-40B4-BE49-F238E27FC236}">
                <a16:creationId xmlns:a16="http://schemas.microsoft.com/office/drawing/2014/main" id="{AEA1919F-0A9D-4385-B807-46267702C493}"/>
              </a:ext>
            </a:extLst>
          </p:cNvPr>
          <p:cNvCxnSpPr/>
          <p:nvPr/>
        </p:nvCxnSpPr>
        <p:spPr>
          <a:xfrm xmlns:a="http://schemas.openxmlformats.org/drawingml/2006/main" flipH="0" flipV="0">
            <a:off x="3648075" y="3090291"/>
            <a:ext cx="66675" cy="0"/>
          </a:xfrm>
          <a:prstGeom xmlns:a="http://schemas.openxmlformats.org/drawingml/2006/main" prst="straightConnector1">
            <a:avLst/>
          </a:prstGeom>
          <a:ln xmlns:a="http://schemas.openxmlformats.org/drawingml/2006/main" w="14288">
            <a:solidFill>
              <a:srgbClr val="20232A"/>
            </a:solidFill>
            <a:prstDash val="solid"/>
            <a:tailEnd type="triangle" w="sm" len="sm"/>
          </a:ln>
        </p:spPr>
      </p:cxnSp>
      <p:cxnSp>
        <p:nvCxnSpPr>
          <p:cNvPr id="71" name="edge-68">
            <a:extLst xmlns:a="http://schemas.openxmlformats.org/drawingml/2006/main">
              <a:ext uri="{FF2B5EF4-FFF2-40B4-BE49-F238E27FC236}">
                <a16:creationId xmlns:a16="http://schemas.microsoft.com/office/drawing/2014/main" id="{185A1F40-3B5F-4C13-A03C-F4AE3B83F244}"/>
              </a:ext>
            </a:extLst>
          </p:cNvPr>
          <p:cNvCxnSpPr/>
          <p:nvPr/>
        </p:nvCxnSpPr>
        <p:spPr>
          <a:xfrm xmlns:a="http://schemas.openxmlformats.org/drawingml/2006/main" flipH="0" flipV="0">
            <a:off x="3648075" y="5277993"/>
            <a:ext cx="66675" cy="0"/>
          </a:xfrm>
          <a:prstGeom xmlns:a="http://schemas.openxmlformats.org/drawingml/2006/main" prst="straightConnector1">
            <a:avLst/>
          </a:prstGeom>
          <a:ln xmlns:a="http://schemas.openxmlformats.org/drawingml/2006/main" w="14288">
            <a:solidFill>
              <a:srgbClr val="20232A"/>
            </a:solidFill>
            <a:prstDash val="solid"/>
            <a:tailEnd type="triangle" w="sm" len="sm"/>
          </a:ln>
        </p:spPr>
      </p:cxnSp>
      <p:cxnSp>
        <p:nvCxnSpPr>
          <p:cNvPr id="72" name="edge-69">
            <a:extLst xmlns:a="http://schemas.openxmlformats.org/drawingml/2006/main">
              <a:ext uri="{FF2B5EF4-FFF2-40B4-BE49-F238E27FC236}">
                <a16:creationId xmlns:a16="http://schemas.microsoft.com/office/drawing/2014/main" id="{B023BC0B-0868-466E-8D25-AFF893574127}"/>
              </a:ext>
            </a:extLst>
          </p:cNvPr>
          <p:cNvCxnSpPr/>
          <p:nvPr/>
        </p:nvCxnSpPr>
        <p:spPr>
          <a:xfrm xmlns:a="http://schemas.openxmlformats.org/drawingml/2006/main" flipH="0" flipV="0">
            <a:off x="3333750" y="4364355"/>
            <a:ext cx="314325" cy="0"/>
          </a:xfrm>
          <a:prstGeom xmlns:a="http://schemas.openxmlformats.org/drawingml/2006/main" prst="straightConnector1">
            <a:avLst/>
          </a:prstGeom>
          <a:ln xmlns:a="http://schemas.openxmlformats.org/drawingml/2006/main" w="14288">
            <a:solidFill>
              <a:srgbClr val="20232A"/>
            </a:solidFill>
            <a:prstDash val="solid"/>
            <a:tailEnd type="triangle" w="sm" len="sm"/>
          </a:ln>
        </p:spPr>
      </p:cxnSp>
      <p:cxnSp>
        <p:nvCxnSpPr>
          <p:cNvPr id="73" name="edge-70">
            <a:extLst xmlns:a="http://schemas.openxmlformats.org/drawingml/2006/main">
              <a:ext uri="{FF2B5EF4-FFF2-40B4-BE49-F238E27FC236}">
                <a16:creationId xmlns:a16="http://schemas.microsoft.com/office/drawing/2014/main" id="{AF8F639E-2020-4931-AF3C-AE524AD86DE5}"/>
              </a:ext>
            </a:extLst>
          </p:cNvPr>
          <p:cNvCxnSpPr/>
          <p:nvPr/>
        </p:nvCxnSpPr>
        <p:spPr>
          <a:xfrm xmlns:a="http://schemas.openxmlformats.org/drawingml/2006/main" flipH="0" flipV="0">
            <a:off x="9229725" y="3081909"/>
            <a:ext cx="333375" cy="0"/>
          </a:xfrm>
          <a:prstGeom xmlns:a="http://schemas.openxmlformats.org/drawingml/2006/main" prst="straightConnector1">
            <a:avLst/>
          </a:prstGeom>
          <a:ln xmlns:a="http://schemas.openxmlformats.org/drawingml/2006/main" w="14288">
            <a:solidFill>
              <a:srgbClr val="20232A"/>
            </a:solidFill>
            <a:prstDash val="solid"/>
            <a:tailEnd type="triangle" w="sm" len="sm"/>
          </a:ln>
        </p:spPr>
      </p:cxnSp>
      <p:cxnSp>
        <p:nvCxnSpPr>
          <p:cNvPr id="74" name="edge-71">
            <a:extLst xmlns:a="http://schemas.openxmlformats.org/drawingml/2006/main">
              <a:ext uri="{FF2B5EF4-FFF2-40B4-BE49-F238E27FC236}">
                <a16:creationId xmlns:a16="http://schemas.microsoft.com/office/drawing/2014/main" id="{2952BE1A-B6DE-4E6B-AC26-2ED79CAD3760}"/>
              </a:ext>
            </a:extLst>
          </p:cNvPr>
          <p:cNvCxnSpPr/>
          <p:nvPr/>
        </p:nvCxnSpPr>
        <p:spPr>
          <a:xfrm xmlns:a="http://schemas.openxmlformats.org/drawingml/2006/main" flipH="0" flipV="0">
            <a:off x="9229725" y="5294757"/>
            <a:ext cx="333375" cy="0"/>
          </a:xfrm>
          <a:prstGeom xmlns:a="http://schemas.openxmlformats.org/drawingml/2006/main" prst="straightConnector1">
            <a:avLst/>
          </a:prstGeom>
          <a:ln xmlns:a="http://schemas.openxmlformats.org/drawingml/2006/main" w="14288">
            <a:solidFill>
              <a:srgbClr val="20232A"/>
            </a:solidFill>
            <a:prstDash val="solid"/>
            <a:tailEnd type="triangle" w="sm" len="sm"/>
          </a:ln>
        </p:spPr>
      </p:cxnSp>
      <p:sp>
        <p:nvSpPr>
          <p:cNvPr id="75" name="label-72">
            <a:extLst xmlns:a="http://schemas.openxmlformats.org/drawingml/2006/main">
              <a:ext uri="{FF2B5EF4-FFF2-40B4-BE49-F238E27FC236}">
                <a16:creationId xmlns:a16="http://schemas.microsoft.com/office/drawing/2014/main" id="{108F4DDE-1118-4D81-94D7-393F9AE0BAB4}"/>
              </a:ext>
            </a:extLst>
          </p:cNvPr>
          <p:cNvSpPr>
            <a:spLocks xmlns:a="http://schemas.openxmlformats.org/drawingml/2006/main" noGrp="1"/>
          </p:cNvSpPr>
          <p:nvPr/>
        </p:nvSpPr>
        <p:spPr>
          <a:xfrm xmlns:a="http://schemas.openxmlformats.org/drawingml/2006/main">
            <a:off x="9810750" y="2224278"/>
            <a:ext cx="5000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i="0">
                <a:solidFill>
                  <a:srgbClr val="20232A"/>
                </a:solidFill>
                <a:latin typeface="Comic Sans MS"/>
                <a:ea typeface="Comic Sans MS"/>
                <a:cs typeface="Comic Sans MS"/>
              </a:defRPr>
            </a:defPPr>
          </a:lstStyle>
          <a:p xmlns:a="http://schemas.openxmlformats.org/drawingml/2006/main">
            <a:pPr algn="ctr">
              <a:defRPr sz="1800" b="0" i="0">
                <a:solidFill>
                  <a:srgbClr val="20232A"/>
                </a:solidFill>
                <a:latin typeface="Comic Sans MS"/>
                <a:ea typeface="Comic Sans MS"/>
                <a:cs typeface="Comic Sans MS"/>
              </a:defRPr>
            </a:pPr>
            <a:r>
              <a:rPr sz="1800" b="0" i="0">
                <a:solidFill>
                  <a:srgbClr val="20232A"/>
                </a:solidFill>
                <a:latin typeface="Comic Sans MS"/>
                <a:ea typeface="Comic Sans MS"/>
                <a:cs typeface="Comic Sans MS"/>
              </a:rPr>
              <a:t>Judger</a:t>
            </a:r>
          </a:p>
        </p:txBody>
      </p:sp>
      <p:pic>
        <p:nvPicPr>
          <p:cNvPr id="76" name="">
            <a:extLst xmlns:a="http://schemas.openxmlformats.org/drawingml/2006/main">
              <a:ext uri="{FF2B5EF4-FFF2-40B4-BE49-F238E27FC236}">
                <a16:creationId xmlns:a16="http://schemas.microsoft.com/office/drawing/2014/main" id="{D16CF802-FC8C-4279-B7D2-152D238F7402}"/>
              </a:ext>
            </a:extLst>
          </p:cNvPr>
          <p:cNvPicPr>
            <a:picLocks xmlns:a="http://schemas.openxmlformats.org/drawingml/2006/main" noChangeAspect="1"/>
          </p:cNvPicPr>
          <p:nvPr/>
        </p:nvPicPr>
        <p:blipFill>
          <a:blip xmlns:r="http://schemas.openxmlformats.org/officeDocument/2006/relationships" xmlns:a="http://schemas.openxmlformats.org/drawingml/2006/main" r:embed="R0f479affa7ec499e"/>
          <a:stretch xmlns:a="http://schemas.openxmlformats.org/drawingml/2006/main"/>
        </p:blipFill>
        <p:spPr>
          <a:xfrm xmlns:a="http://schemas.openxmlformats.org/drawingml/2006/main">
            <a:off x="9834372" y="2662809"/>
            <a:ext cx="1114806" cy="1114806"/>
          </a:xfrm>
          <a:prstGeom xmlns:a="http://schemas.openxmlformats.org/drawingml/2006/main" prst="rect">
            <a:avLst/>
          </a:prstGeom>
        </p:spPr>
      </p:pic>
      <p:sp>
        <p:nvSpPr>
          <p:cNvPr id="77" name="label-73">
            <a:extLst xmlns:a="http://schemas.openxmlformats.org/drawingml/2006/main">
              <a:ext uri="{FF2B5EF4-FFF2-40B4-BE49-F238E27FC236}">
                <a16:creationId xmlns:a16="http://schemas.microsoft.com/office/drawing/2014/main" id="{8B212AEC-BA7F-4526-A4C9-C61804FA1C49}"/>
              </a:ext>
            </a:extLst>
          </p:cNvPr>
          <p:cNvSpPr>
            <a:spLocks xmlns:a="http://schemas.openxmlformats.org/drawingml/2006/main" noGrp="1"/>
          </p:cNvSpPr>
          <p:nvPr/>
        </p:nvSpPr>
        <p:spPr>
          <a:xfrm xmlns:a="http://schemas.openxmlformats.org/drawingml/2006/main">
            <a:off x="11001375" y="2612136"/>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i="0">
                <a:solidFill>
                  <a:srgbClr val="20232A"/>
                </a:solidFill>
                <a:latin typeface="Comic Sans MS"/>
                <a:ea typeface="Comic Sans MS"/>
                <a:cs typeface="Comic Sans MS"/>
              </a:defRPr>
            </a:defPPr>
          </a:lstStyle>
          <a:p xmlns:a="http://schemas.openxmlformats.org/drawingml/2006/main">
            <a:pPr algn="ctr">
              <a:defRPr sz="1650" b="0" i="0">
                <a:solidFill>
                  <a:srgbClr val="20232A"/>
                </a:solidFill>
                <a:latin typeface="Comic Sans MS"/>
                <a:ea typeface="Comic Sans MS"/>
                <a:cs typeface="Comic Sans MS"/>
              </a:defRPr>
            </a:pPr>
            <a:r>
              <a:rPr sz="1650" b="0" i="0">
                <a:solidFill>
                  <a:srgbClr val="20232A"/>
                </a:solidFill>
                <a:latin typeface="Comic Sans MS"/>
                <a:ea typeface="Comic Sans MS"/>
                <a:cs typeface="Comic Sans MS"/>
              </a:rPr>
              <a:t>Explanation population P(t)</a:t>
            </a:r>
          </a:p>
        </p:txBody>
      </p:sp>
      <p:sp>
        <p:nvSpPr>
          <p:cNvPr id="78" name="rect-74">
            <a:extLst xmlns:a="http://schemas.openxmlformats.org/drawingml/2006/main">
              <a:ext uri="{FF2B5EF4-FFF2-40B4-BE49-F238E27FC236}">
                <a16:creationId xmlns:a16="http://schemas.microsoft.com/office/drawing/2014/main" id="{F30E08DE-F293-4458-82EB-4CC5853428D2}"/>
              </a:ext>
            </a:extLst>
          </p:cNvPr>
          <p:cNvSpPr>
            <a:spLocks xmlns:a="http://schemas.openxmlformats.org/drawingml/2006/main" noGrp="1"/>
          </p:cNvSpPr>
          <p:nvPr/>
        </p:nvSpPr>
        <p:spPr>
          <a:xfrm xmlns:a="http://schemas.openxmlformats.org/drawingml/2006/main">
            <a:off x="11001375" y="2956179"/>
            <a:ext cx="3752850" cy="1030986"/>
          </a:xfrm>
          <a:prstGeom xmlns:a="http://schemas.openxmlformats.org/drawingml/2006/main" prst="roundRect">
            <a:avLst>
              <a:gd name="adj" fmla="val 13858"/>
            </a:avLst>
          </a:prstGeom>
          <a:solidFill xmlns:a="http://schemas.openxmlformats.org/drawingml/2006/main">
            <a:srgbClr val="FFFCF8"/>
          </a:solidFill>
          <a:ln xmlns:a="http://schemas.openxmlformats.org/drawingml/2006/main" w="9525">
            <a:solidFill>
              <a:srgbClr val="A9947F"/>
            </a:solidFill>
            <a:prstDash val="dash"/>
          </a:ln>
        </p:spPr>
      </p:sp>
      <p:sp>
        <p:nvSpPr>
          <p:cNvPr id="79" name="node-E1-75">
            <a:extLst xmlns:a="http://schemas.openxmlformats.org/drawingml/2006/main">
              <a:ext uri="{FF2B5EF4-FFF2-40B4-BE49-F238E27FC236}">
                <a16:creationId xmlns:a16="http://schemas.microsoft.com/office/drawing/2014/main" id="{6816B227-F567-419F-A0D8-CA2C658B7C7A}"/>
              </a:ext>
            </a:extLst>
          </p:cNvPr>
          <p:cNvSpPr>
            <a:spLocks xmlns:a="http://schemas.openxmlformats.org/drawingml/2006/main" noGrp="1"/>
          </p:cNvSpPr>
          <p:nvPr/>
        </p:nvSpPr>
        <p:spPr>
          <a:xfrm xmlns:a="http://schemas.openxmlformats.org/drawingml/2006/main">
            <a:off x="11087100" y="3016758"/>
            <a:ext cx="247650" cy="247650"/>
          </a:xfrm>
          <a:prstGeom xmlns:a="http://schemas.openxmlformats.org/drawingml/2006/main" prst="ellipse">
            <a:avLst/>
          </a:prstGeom>
          <a:solidFill xmlns:a="http://schemas.openxmlformats.org/drawingml/2006/main">
            <a:srgbClr val="F6D7D8"/>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125" b="0">
                <a:solidFill>
                  <a:srgbClr val="20232A"/>
                </a:solidFill>
                <a:latin typeface="Comic Sans MS"/>
                <a:ea typeface="Comic Sans MS"/>
                <a:cs typeface="Comic Sans MS"/>
              </a:defRPr>
            </a:defPPr>
          </a:lstStyle>
          <a:p xmlns:a="http://schemas.openxmlformats.org/drawingml/2006/main">
            <a:pPr algn="ctr">
              <a:defRPr sz="1125" b="0">
                <a:solidFill>
                  <a:srgbClr val="20232A"/>
                </a:solidFill>
                <a:latin typeface="Comic Sans MS"/>
                <a:ea typeface="Comic Sans MS"/>
                <a:cs typeface="Comic Sans MS"/>
              </a:defRPr>
            </a:pPr>
            <a:r>
              <a:rPr sz="1125" b="0">
                <a:solidFill>
                  <a:srgbClr val="20232A"/>
                </a:solidFill>
                <a:latin typeface="Comic Sans MS"/>
                <a:ea typeface="Comic Sans MS"/>
                <a:cs typeface="Comic Sans MS"/>
              </a:rPr>
              <a:t>E1</a:t>
            </a:r>
          </a:p>
        </p:txBody>
      </p:sp>
      <p:sp>
        <p:nvSpPr>
          <p:cNvPr id="80" name="rect-76">
            <a:extLst xmlns:a="http://schemas.openxmlformats.org/drawingml/2006/main">
              <a:ext uri="{FF2B5EF4-FFF2-40B4-BE49-F238E27FC236}">
                <a16:creationId xmlns:a16="http://schemas.microsoft.com/office/drawing/2014/main" id="{90C1528E-AE4C-439D-8320-AA45AB37E547}"/>
              </a:ext>
            </a:extLst>
          </p:cNvPr>
          <p:cNvSpPr>
            <a:spLocks xmlns:a="http://schemas.openxmlformats.org/drawingml/2006/main" noGrp="1"/>
          </p:cNvSpPr>
          <p:nvPr/>
        </p:nvSpPr>
        <p:spPr>
          <a:xfrm xmlns:a="http://schemas.openxmlformats.org/drawingml/2006/main">
            <a:off x="11439525" y="3023235"/>
            <a:ext cx="3152775" cy="243078"/>
          </a:xfrm>
          <a:prstGeom xmlns:a="http://schemas.openxmlformats.org/drawingml/2006/main" prst="roundRect">
            <a:avLst>
              <a:gd name="adj" fmla="val 19592"/>
            </a:avLst>
          </a:prstGeom>
          <a:solidFill xmlns:a="http://schemas.openxmlformats.org/drawingml/2006/main">
            <a:srgbClr val="FAE7E7"/>
          </a:solidFill>
          <a:ln xmlns:a="http://schemas.openxmlformats.org/drawingml/2006/main" w="7620">
            <a:solidFill>
              <a:srgbClr val="20232A"/>
            </a:solidFill>
            <a:prstDash val="solid"/>
          </a:ln>
        </p:spPr>
      </p:sp>
      <p:sp>
        <p:nvSpPr>
          <p:cNvPr id="81" name="label-77">
            <a:extLst xmlns:a="http://schemas.openxmlformats.org/drawingml/2006/main">
              <a:ext uri="{FF2B5EF4-FFF2-40B4-BE49-F238E27FC236}">
                <a16:creationId xmlns:a16="http://schemas.microsoft.com/office/drawing/2014/main" id="{FE3E4661-A8D2-4569-AFD9-BD30DD42EA59}"/>
              </a:ext>
            </a:extLst>
          </p:cNvPr>
          <p:cNvSpPr>
            <a:spLocks xmlns:a="http://schemas.openxmlformats.org/drawingml/2006/main" noGrp="1"/>
          </p:cNvSpPr>
          <p:nvPr/>
        </p:nvSpPr>
        <p:spPr>
          <a:xfrm xmlns:a="http://schemas.openxmlformats.org/drawingml/2006/main">
            <a:off x="11496675" y="3017329"/>
            <a:ext cx="3038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25" b="0" i="0">
                <a:solidFill>
                  <a:srgbClr val="20232A"/>
                </a:solidFill>
                <a:latin typeface="Comic Sans MS"/>
                <a:ea typeface="Comic Sans MS"/>
                <a:cs typeface="Comic Sans MS"/>
              </a:defRPr>
            </a:defPPr>
          </a:lstStyle>
          <a:p xmlns:a="http://schemas.openxmlformats.org/drawingml/2006/main">
            <a:pPr algn="ctr">
              <a:defRPr sz="1125" b="0" i="0">
                <a:solidFill>
                  <a:srgbClr val="20232A"/>
                </a:solidFill>
                <a:latin typeface="Comic Sans MS"/>
                <a:ea typeface="Comic Sans MS"/>
                <a:cs typeface="Comic Sans MS"/>
              </a:defRPr>
            </a:pPr>
            <a:r>
              <a:rPr sz="1125" b="0" i="0">
                <a:solidFill>
                  <a:srgbClr val="20232A"/>
                </a:solidFill>
                <a:latin typeface="Comic Sans MS"/>
                <a:ea typeface="Comic Sans MS"/>
                <a:cs typeface="Comic Sans MS"/>
              </a:rPr>
              <a:t>e1: premise → use → source</a:t>
            </a:r>
          </a:p>
        </p:txBody>
      </p:sp>
      <p:sp>
        <p:nvSpPr>
          <p:cNvPr id="82" name="node-E2-78">
            <a:extLst xmlns:a="http://schemas.openxmlformats.org/drawingml/2006/main">
              <a:ext uri="{FF2B5EF4-FFF2-40B4-BE49-F238E27FC236}">
                <a16:creationId xmlns:a16="http://schemas.microsoft.com/office/drawing/2014/main" id="{BC8FD197-5B09-4A44-92AD-3D972345E880}"/>
              </a:ext>
            </a:extLst>
          </p:cNvPr>
          <p:cNvSpPr>
            <a:spLocks xmlns:a="http://schemas.openxmlformats.org/drawingml/2006/main" noGrp="1"/>
          </p:cNvSpPr>
          <p:nvPr/>
        </p:nvSpPr>
        <p:spPr>
          <a:xfrm xmlns:a="http://schemas.openxmlformats.org/drawingml/2006/main">
            <a:off x="11087100" y="3343656"/>
            <a:ext cx="247650" cy="247650"/>
          </a:xfrm>
          <a:prstGeom xmlns:a="http://schemas.openxmlformats.org/drawingml/2006/main" prst="ellipse">
            <a:avLst/>
          </a:prstGeom>
          <a:solidFill xmlns:a="http://schemas.openxmlformats.org/drawingml/2006/main">
            <a:srgbClr val="F5D88F"/>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125" b="0">
                <a:solidFill>
                  <a:srgbClr val="20232A"/>
                </a:solidFill>
                <a:latin typeface="Comic Sans MS"/>
                <a:ea typeface="Comic Sans MS"/>
                <a:cs typeface="Comic Sans MS"/>
              </a:defRPr>
            </a:defPPr>
          </a:lstStyle>
          <a:p xmlns:a="http://schemas.openxmlformats.org/drawingml/2006/main">
            <a:pPr algn="ctr">
              <a:defRPr sz="1125" b="0">
                <a:solidFill>
                  <a:srgbClr val="20232A"/>
                </a:solidFill>
                <a:latin typeface="Comic Sans MS"/>
                <a:ea typeface="Comic Sans MS"/>
                <a:cs typeface="Comic Sans MS"/>
              </a:defRPr>
            </a:pPr>
            <a:r>
              <a:rPr sz="1125" b="0">
                <a:solidFill>
                  <a:srgbClr val="20232A"/>
                </a:solidFill>
                <a:latin typeface="Comic Sans MS"/>
                <a:ea typeface="Comic Sans MS"/>
                <a:cs typeface="Comic Sans MS"/>
              </a:rPr>
              <a:t>E2</a:t>
            </a:r>
          </a:p>
        </p:txBody>
      </p:sp>
      <p:sp>
        <p:nvSpPr>
          <p:cNvPr id="83" name="rect-79">
            <a:extLst xmlns:a="http://schemas.openxmlformats.org/drawingml/2006/main">
              <a:ext uri="{FF2B5EF4-FFF2-40B4-BE49-F238E27FC236}">
                <a16:creationId xmlns:a16="http://schemas.microsoft.com/office/drawing/2014/main" id="{C8E2C316-280D-4DA0-9B6A-714D5998341A}"/>
              </a:ext>
            </a:extLst>
          </p:cNvPr>
          <p:cNvSpPr>
            <a:spLocks xmlns:a="http://schemas.openxmlformats.org/drawingml/2006/main" noGrp="1"/>
          </p:cNvSpPr>
          <p:nvPr/>
        </p:nvSpPr>
        <p:spPr>
          <a:xfrm xmlns:a="http://schemas.openxmlformats.org/drawingml/2006/main">
            <a:off x="11439525" y="3350133"/>
            <a:ext cx="3152775" cy="243078"/>
          </a:xfrm>
          <a:prstGeom xmlns:a="http://schemas.openxmlformats.org/drawingml/2006/main" prst="roundRect">
            <a:avLst>
              <a:gd name="adj" fmla="val 19592"/>
            </a:avLst>
          </a:prstGeom>
          <a:solidFill xmlns:a="http://schemas.openxmlformats.org/drawingml/2006/main">
            <a:srgbClr val="FFF2CD"/>
          </a:solidFill>
          <a:ln xmlns:a="http://schemas.openxmlformats.org/drawingml/2006/main" w="7620">
            <a:solidFill>
              <a:srgbClr val="20232A"/>
            </a:solidFill>
            <a:prstDash val="solid"/>
          </a:ln>
        </p:spPr>
      </p:sp>
      <p:sp>
        <p:nvSpPr>
          <p:cNvPr id="84" name="label-80">
            <a:extLst xmlns:a="http://schemas.openxmlformats.org/drawingml/2006/main">
              <a:ext uri="{FF2B5EF4-FFF2-40B4-BE49-F238E27FC236}">
                <a16:creationId xmlns:a16="http://schemas.microsoft.com/office/drawing/2014/main" id="{9F76B5BF-E64B-408B-8AFD-6E288B39E358}"/>
              </a:ext>
            </a:extLst>
          </p:cNvPr>
          <p:cNvSpPr>
            <a:spLocks xmlns:a="http://schemas.openxmlformats.org/drawingml/2006/main" noGrp="1"/>
          </p:cNvSpPr>
          <p:nvPr/>
        </p:nvSpPr>
        <p:spPr>
          <a:xfrm xmlns:a="http://schemas.openxmlformats.org/drawingml/2006/main">
            <a:off x="11496675" y="3344228"/>
            <a:ext cx="3038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25" b="0" i="0">
                <a:solidFill>
                  <a:srgbClr val="20232A"/>
                </a:solidFill>
                <a:latin typeface="Comic Sans MS"/>
                <a:ea typeface="Comic Sans MS"/>
                <a:cs typeface="Comic Sans MS"/>
              </a:defRPr>
            </a:defPPr>
          </a:lstStyle>
          <a:p xmlns:a="http://schemas.openxmlformats.org/drawingml/2006/main">
            <a:pPr algn="ctr">
              <a:defRPr sz="1125" b="0" i="0">
                <a:solidFill>
                  <a:srgbClr val="20232A"/>
                </a:solidFill>
                <a:latin typeface="Comic Sans MS"/>
                <a:ea typeface="Comic Sans MS"/>
                <a:cs typeface="Comic Sans MS"/>
              </a:defRPr>
            </a:pPr>
            <a:r>
              <a:rPr sz="1125" b="0" i="0">
                <a:solidFill>
                  <a:srgbClr val="20232A"/>
                </a:solidFill>
                <a:latin typeface="Comic Sans MS"/>
                <a:ea typeface="Comic Sans MS"/>
                <a:cs typeface="Comic Sans MS"/>
              </a:rPr>
              <a:t>e2: mistake → inherited effect</a:t>
            </a:r>
          </a:p>
        </p:txBody>
      </p:sp>
      <p:sp>
        <p:nvSpPr>
          <p:cNvPr id="85" name="node-E3-81">
            <a:extLst xmlns:a="http://schemas.openxmlformats.org/drawingml/2006/main">
              <a:ext uri="{FF2B5EF4-FFF2-40B4-BE49-F238E27FC236}">
                <a16:creationId xmlns:a16="http://schemas.microsoft.com/office/drawing/2014/main" id="{A7A86E0A-6559-45DE-841C-1EC9F7D371CB}"/>
              </a:ext>
            </a:extLst>
          </p:cNvPr>
          <p:cNvSpPr>
            <a:spLocks xmlns:a="http://schemas.openxmlformats.org/drawingml/2006/main" noGrp="1"/>
          </p:cNvSpPr>
          <p:nvPr/>
        </p:nvSpPr>
        <p:spPr>
          <a:xfrm xmlns:a="http://schemas.openxmlformats.org/drawingml/2006/main">
            <a:off x="11087100" y="3670554"/>
            <a:ext cx="247650" cy="247650"/>
          </a:xfrm>
          <a:prstGeom xmlns:a="http://schemas.openxmlformats.org/drawingml/2006/main" prst="ellipse">
            <a:avLst/>
          </a:prstGeom>
          <a:solidFill xmlns:a="http://schemas.openxmlformats.org/drawingml/2006/main">
            <a:srgbClr val="C6B4DF"/>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125" b="0">
                <a:solidFill>
                  <a:srgbClr val="20232A"/>
                </a:solidFill>
                <a:latin typeface="Comic Sans MS"/>
                <a:ea typeface="Comic Sans MS"/>
                <a:cs typeface="Comic Sans MS"/>
              </a:defRPr>
            </a:defPPr>
          </a:lstStyle>
          <a:p xmlns:a="http://schemas.openxmlformats.org/drawingml/2006/main">
            <a:pPr algn="ctr">
              <a:defRPr sz="1125" b="0">
                <a:solidFill>
                  <a:srgbClr val="20232A"/>
                </a:solidFill>
                <a:latin typeface="Comic Sans MS"/>
                <a:ea typeface="Comic Sans MS"/>
                <a:cs typeface="Comic Sans MS"/>
              </a:defRPr>
            </a:pPr>
            <a:r>
              <a:rPr sz="1125" b="0">
                <a:solidFill>
                  <a:srgbClr val="20232A"/>
                </a:solidFill>
                <a:latin typeface="Comic Sans MS"/>
                <a:ea typeface="Comic Sans MS"/>
                <a:cs typeface="Comic Sans MS"/>
              </a:rPr>
              <a:t>E3</a:t>
            </a:r>
          </a:p>
        </p:txBody>
      </p:sp>
      <p:sp>
        <p:nvSpPr>
          <p:cNvPr id="86" name="rect-82">
            <a:extLst xmlns:a="http://schemas.openxmlformats.org/drawingml/2006/main">
              <a:ext uri="{FF2B5EF4-FFF2-40B4-BE49-F238E27FC236}">
                <a16:creationId xmlns:a16="http://schemas.microsoft.com/office/drawing/2014/main" id="{661BFDD3-BB40-42A3-A087-5549FF4F1951}"/>
              </a:ext>
            </a:extLst>
          </p:cNvPr>
          <p:cNvSpPr>
            <a:spLocks xmlns:a="http://schemas.openxmlformats.org/drawingml/2006/main" noGrp="1"/>
          </p:cNvSpPr>
          <p:nvPr/>
        </p:nvSpPr>
        <p:spPr>
          <a:xfrm xmlns:a="http://schemas.openxmlformats.org/drawingml/2006/main">
            <a:off x="11439525" y="3677031"/>
            <a:ext cx="3152775" cy="243078"/>
          </a:xfrm>
          <a:prstGeom xmlns:a="http://schemas.openxmlformats.org/drawingml/2006/main" prst="roundRect">
            <a:avLst>
              <a:gd name="adj" fmla="val 19592"/>
            </a:avLst>
          </a:prstGeom>
          <a:solidFill xmlns:a="http://schemas.openxmlformats.org/drawingml/2006/main">
            <a:srgbClr val="EEE5F6"/>
          </a:solidFill>
          <a:ln xmlns:a="http://schemas.openxmlformats.org/drawingml/2006/main" w="7620">
            <a:solidFill>
              <a:srgbClr val="20232A"/>
            </a:solidFill>
            <a:prstDash val="solid"/>
          </a:ln>
        </p:spPr>
      </p:sp>
      <p:sp>
        <p:nvSpPr>
          <p:cNvPr id="87" name="label-83">
            <a:extLst xmlns:a="http://schemas.openxmlformats.org/drawingml/2006/main">
              <a:ext uri="{FF2B5EF4-FFF2-40B4-BE49-F238E27FC236}">
                <a16:creationId xmlns:a16="http://schemas.microsoft.com/office/drawing/2014/main" id="{38529C7C-AB50-41FC-AC5F-013E4620EB7B}"/>
              </a:ext>
            </a:extLst>
          </p:cNvPr>
          <p:cNvSpPr>
            <a:spLocks xmlns:a="http://schemas.openxmlformats.org/drawingml/2006/main" noGrp="1"/>
          </p:cNvSpPr>
          <p:nvPr/>
        </p:nvSpPr>
        <p:spPr>
          <a:xfrm xmlns:a="http://schemas.openxmlformats.org/drawingml/2006/main">
            <a:off x="11496675" y="3671125"/>
            <a:ext cx="3038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25" b="0" i="0">
                <a:solidFill>
                  <a:srgbClr val="20232A"/>
                </a:solidFill>
                <a:latin typeface="Comic Sans MS"/>
                <a:ea typeface="Comic Sans MS"/>
                <a:cs typeface="Comic Sans MS"/>
              </a:defRPr>
            </a:defPPr>
          </a:lstStyle>
          <a:p xmlns:a="http://schemas.openxmlformats.org/drawingml/2006/main">
            <a:pPr algn="ctr">
              <a:defRPr sz="1125" b="0" i="0">
                <a:solidFill>
                  <a:srgbClr val="20232A"/>
                </a:solidFill>
                <a:latin typeface="Comic Sans MS"/>
                <a:ea typeface="Comic Sans MS"/>
                <a:cs typeface="Comic Sans MS"/>
              </a:defRPr>
            </a:pPr>
            <a:r>
              <a:rPr sz="1125" b="0" i="0">
                <a:solidFill>
                  <a:srgbClr val="20232A"/>
                </a:solidFill>
                <a:latin typeface="Comic Sans MS"/>
                <a:ea typeface="Comic Sans MS"/>
                <a:cs typeface="Comic Sans MS"/>
              </a:rPr>
              <a:t>e3: action → independent impact</a:t>
            </a:r>
          </a:p>
        </p:txBody>
      </p:sp>
      <p:sp>
        <p:nvSpPr>
          <p:cNvPr id="88" name="label-84">
            <a:extLst xmlns:a="http://schemas.openxmlformats.org/drawingml/2006/main">
              <a:ext uri="{FF2B5EF4-FFF2-40B4-BE49-F238E27FC236}">
                <a16:creationId xmlns:a16="http://schemas.microsoft.com/office/drawing/2014/main" id="{F962E8CC-CD81-44EF-88FA-B901183DF596}"/>
              </a:ext>
            </a:extLst>
          </p:cNvPr>
          <p:cNvSpPr>
            <a:spLocks xmlns:a="http://schemas.openxmlformats.org/drawingml/2006/main" noGrp="1"/>
          </p:cNvSpPr>
          <p:nvPr/>
        </p:nvSpPr>
        <p:spPr>
          <a:xfrm xmlns:a="http://schemas.openxmlformats.org/drawingml/2006/main">
            <a:off x="9801225" y="4024313"/>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i="0">
                <a:solidFill>
                  <a:srgbClr val="20232A"/>
                </a:solidFill>
                <a:latin typeface="Comic Sans MS"/>
                <a:ea typeface="Comic Sans MS"/>
                <a:cs typeface="Comic Sans MS"/>
              </a:defRPr>
            </a:defPPr>
          </a:lstStyle>
          <a:p xmlns:a="http://schemas.openxmlformats.org/drawingml/2006/main">
            <a:pPr algn="ctr">
              <a:defRPr sz="1200" b="0" i="0">
                <a:solidFill>
                  <a:srgbClr val="20232A"/>
                </a:solidFill>
                <a:latin typeface="Comic Sans MS"/>
                <a:ea typeface="Comic Sans MS"/>
                <a:cs typeface="Comic Sans MS"/>
              </a:defRPr>
            </a:pPr>
            <a:r>
              <a:rPr sz="1200" b="0" i="0">
                <a:solidFill>
                  <a:srgbClr val="20232A"/>
                </a:solidFill>
                <a:latin typeface="Comic Sans MS"/>
                <a:ea typeface="Comic Sans MS"/>
                <a:cs typeface="Comic Sans MS"/>
              </a:rPr>
              <a:t>One individual = error + responsibility argument</a:t>
            </a:r>
          </a:p>
        </p:txBody>
      </p:sp>
      <p:cxnSp>
        <p:nvCxnSpPr>
          <p:cNvPr id="89" name="edge-85">
            <a:extLst xmlns:a="http://schemas.openxmlformats.org/drawingml/2006/main">
              <a:ext uri="{FF2B5EF4-FFF2-40B4-BE49-F238E27FC236}">
                <a16:creationId xmlns:a16="http://schemas.microsoft.com/office/drawing/2014/main" id="{1DFA989D-627F-4B21-A95F-48EAB5B0B81C}"/>
              </a:ext>
            </a:extLst>
          </p:cNvPr>
          <p:cNvCxnSpPr/>
          <p:nvPr/>
        </p:nvCxnSpPr>
        <p:spPr>
          <a:xfrm xmlns:a="http://schemas.openxmlformats.org/drawingml/2006/main" flipH="0" flipV="0">
            <a:off x="12477750" y="4263771"/>
            <a:ext cx="0" cy="100584"/>
          </a:xfrm>
          <a:prstGeom xmlns:a="http://schemas.openxmlformats.org/drawingml/2006/main" prst="straightConnector1">
            <a:avLst/>
          </a:prstGeom>
          <a:ln xmlns:a="http://schemas.openxmlformats.org/drawingml/2006/main" w="12383">
            <a:solidFill>
              <a:srgbClr val="20232A"/>
            </a:solidFill>
            <a:prstDash val="solid"/>
            <a:tailEnd type="triangle" w="sm" len="sm"/>
          </a:ln>
        </p:spPr>
      </p:cxnSp>
      <p:sp>
        <p:nvSpPr>
          <p:cNvPr id="90" name="rect-86">
            <a:extLst xmlns:a="http://schemas.openxmlformats.org/drawingml/2006/main">
              <a:ext uri="{FF2B5EF4-FFF2-40B4-BE49-F238E27FC236}">
                <a16:creationId xmlns:a16="http://schemas.microsoft.com/office/drawing/2014/main" id="{3316C491-97DB-4B2B-9FF3-5D2B77E1E8B7}"/>
              </a:ext>
            </a:extLst>
          </p:cNvPr>
          <p:cNvSpPr>
            <a:spLocks xmlns:a="http://schemas.openxmlformats.org/drawingml/2006/main" noGrp="1"/>
          </p:cNvSpPr>
          <p:nvPr/>
        </p:nvSpPr>
        <p:spPr>
          <a:xfrm xmlns:a="http://schemas.openxmlformats.org/drawingml/2006/main">
            <a:off x="10410825" y="4406265"/>
            <a:ext cx="4343400" cy="301752"/>
          </a:xfrm>
          <a:prstGeom xmlns:a="http://schemas.openxmlformats.org/drawingml/2006/main" prst="roundRect">
            <a:avLst>
              <a:gd name="adj" fmla="val 18939"/>
            </a:avLst>
          </a:prstGeom>
          <a:solidFill xmlns:a="http://schemas.openxmlformats.org/drawingml/2006/main">
            <a:srgbClr val="F5E2CE"/>
          </a:solidFill>
          <a:ln xmlns:a="http://schemas.openxmlformats.org/drawingml/2006/main" w="9525">
            <a:solidFill>
              <a:srgbClr val="20232A"/>
            </a:solidFill>
            <a:prstDash val="solid"/>
          </a:ln>
        </p:spPr>
      </p:sp>
      <p:sp>
        <p:nvSpPr>
          <p:cNvPr id="91" name="label-87">
            <a:extLst xmlns:a="http://schemas.openxmlformats.org/drawingml/2006/main">
              <a:ext uri="{FF2B5EF4-FFF2-40B4-BE49-F238E27FC236}">
                <a16:creationId xmlns:a16="http://schemas.microsoft.com/office/drawing/2014/main" id="{134479C9-9A7F-4C91-AE1B-07967A84024E}"/>
              </a:ext>
            </a:extLst>
          </p:cNvPr>
          <p:cNvSpPr>
            <a:spLocks xmlns:a="http://schemas.openxmlformats.org/drawingml/2006/main" noGrp="1"/>
          </p:cNvSpPr>
          <p:nvPr/>
        </p:nvSpPr>
        <p:spPr>
          <a:xfrm xmlns:a="http://schemas.openxmlformats.org/drawingml/2006/main">
            <a:off x="10487025" y="4414838"/>
            <a:ext cx="419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32A"/>
                </a:solidFill>
                <a:latin typeface="Comic Sans MS"/>
                <a:ea typeface="Comic Sans MS"/>
                <a:cs typeface="Comic Sans MS"/>
              </a:defRPr>
            </a:defPPr>
          </a:lstStyle>
          <a:p xmlns:a="http://schemas.openxmlformats.org/drawingml/2006/main">
            <a:pPr algn="ctr">
              <a:defRPr sz="1500" b="0" i="0">
                <a:solidFill>
                  <a:srgbClr val="20232A"/>
                </a:solidFill>
                <a:latin typeface="Comic Sans MS"/>
                <a:ea typeface="Comic Sans MS"/>
                <a:cs typeface="Comic Sans MS"/>
              </a:defRPr>
            </a:pPr>
            <a:r>
              <a:rPr sz="1500" b="0" i="0">
                <a:solidFill>
                  <a:srgbClr val="20232A"/>
                </a:solidFill>
                <a:latin typeface="Comic Sans MS"/>
                <a:ea typeface="Comic Sans MS"/>
                <a:cs typeface="Comic Sans MS"/>
              </a:rPr>
              <a:t>Compare decisive premises</a:t>
            </a:r>
          </a:p>
        </p:txBody>
      </p:sp>
      <p:cxnSp>
        <p:nvCxnSpPr>
          <p:cNvPr id="92" name="edge-88">
            <a:extLst xmlns:a="http://schemas.openxmlformats.org/drawingml/2006/main">
              <a:ext uri="{FF2B5EF4-FFF2-40B4-BE49-F238E27FC236}">
                <a16:creationId xmlns:a16="http://schemas.microsoft.com/office/drawing/2014/main" id="{65D04547-EE5E-4423-8BC4-A2A97A46938A}"/>
              </a:ext>
            </a:extLst>
          </p:cNvPr>
          <p:cNvCxnSpPr/>
          <p:nvPr/>
        </p:nvCxnSpPr>
        <p:spPr>
          <a:xfrm xmlns:a="http://schemas.openxmlformats.org/drawingml/2006/main" flipH="0" flipV="0">
            <a:off x="12477750" y="4741545"/>
            <a:ext cx="0" cy="100584"/>
          </a:xfrm>
          <a:prstGeom xmlns:a="http://schemas.openxmlformats.org/drawingml/2006/main" prst="straightConnector1">
            <a:avLst/>
          </a:prstGeom>
          <a:ln xmlns:a="http://schemas.openxmlformats.org/drawingml/2006/main" w="12383">
            <a:solidFill>
              <a:srgbClr val="20232A"/>
            </a:solidFill>
            <a:prstDash val="solid"/>
            <a:tailEnd type="triangle" w="sm" len="sm"/>
          </a:ln>
        </p:spPr>
      </p:cxnSp>
      <p:sp>
        <p:nvSpPr>
          <p:cNvPr id="93" name="label-89">
            <a:extLst xmlns:a="http://schemas.openxmlformats.org/drawingml/2006/main">
              <a:ext uri="{FF2B5EF4-FFF2-40B4-BE49-F238E27FC236}">
                <a16:creationId xmlns:a16="http://schemas.microsoft.com/office/drawing/2014/main" id="{54868F88-D24B-4593-8E5A-3EC49258CB75}"/>
              </a:ext>
            </a:extLst>
          </p:cNvPr>
          <p:cNvSpPr>
            <a:spLocks xmlns:a="http://schemas.openxmlformats.org/drawingml/2006/main" noGrp="1"/>
          </p:cNvSpPr>
          <p:nvPr/>
        </p:nvSpPr>
        <p:spPr>
          <a:xfrm xmlns:a="http://schemas.openxmlformats.org/drawingml/2006/main">
            <a:off x="10306050" y="4861370"/>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i="0">
                <a:solidFill>
                  <a:srgbClr val="20232A"/>
                </a:solidFill>
                <a:latin typeface="Comic Sans MS"/>
                <a:ea typeface="Comic Sans MS"/>
                <a:cs typeface="Comic Sans MS"/>
              </a:defRPr>
            </a:defPPr>
          </a:lstStyle>
          <a:p xmlns:a="http://schemas.openxmlformats.org/drawingml/2006/main">
            <a:pPr algn="ctr">
              <a:defRPr sz="1350" b="0" i="0">
                <a:solidFill>
                  <a:srgbClr val="20232A"/>
                </a:solidFill>
                <a:latin typeface="Comic Sans MS"/>
                <a:ea typeface="Comic Sans MS"/>
                <a:cs typeface="Comic Sans MS"/>
              </a:defRPr>
            </a:pPr>
            <a:r>
              <a:rPr sz="1350" b="0" i="0">
                <a:solidFill>
                  <a:srgbClr val="20232A"/>
                </a:solidFill>
                <a:latin typeface="Comic Sans MS"/>
                <a:ea typeface="Comic Sans MS"/>
                <a:cs typeface="Comic Sans MS"/>
              </a:rPr>
              <a:t>New evidence + verified relations</a:t>
            </a:r>
          </a:p>
        </p:txBody>
      </p:sp>
      <p:cxnSp>
        <p:nvCxnSpPr>
          <p:cNvPr id="94" name="edge-90">
            <a:extLst xmlns:a="http://schemas.openxmlformats.org/drawingml/2006/main">
              <a:ext uri="{FF2B5EF4-FFF2-40B4-BE49-F238E27FC236}">
                <a16:creationId xmlns:a16="http://schemas.microsoft.com/office/drawing/2014/main" id="{41CB536D-F15F-483B-BBF4-06263E6048E9}"/>
              </a:ext>
            </a:extLst>
          </p:cNvPr>
          <p:cNvCxnSpPr/>
          <p:nvPr/>
        </p:nvCxnSpPr>
        <p:spPr>
          <a:xfrm xmlns:a="http://schemas.openxmlformats.org/drawingml/2006/main" flipH="0" flipV="0">
            <a:off x="12477750" y="5118735"/>
            <a:ext cx="0" cy="92202"/>
          </a:xfrm>
          <a:prstGeom xmlns:a="http://schemas.openxmlformats.org/drawingml/2006/main" prst="straightConnector1">
            <a:avLst/>
          </a:prstGeom>
          <a:ln xmlns:a="http://schemas.openxmlformats.org/drawingml/2006/main" w="12383">
            <a:solidFill>
              <a:srgbClr val="20232A"/>
            </a:solidFill>
            <a:prstDash val="solid"/>
            <a:tailEnd type="triangle" w="sm" len="sm"/>
          </a:ln>
        </p:spPr>
      </p:cxnSp>
      <p:sp>
        <p:nvSpPr>
          <p:cNvPr id="95" name="label-91">
            <a:extLst xmlns:a="http://schemas.openxmlformats.org/drawingml/2006/main">
              <a:ext uri="{FF2B5EF4-FFF2-40B4-BE49-F238E27FC236}">
                <a16:creationId xmlns:a16="http://schemas.microsoft.com/office/drawing/2014/main" id="{284EC786-BF17-4D42-9081-7A757069120E}"/>
              </a:ext>
            </a:extLst>
          </p:cNvPr>
          <p:cNvSpPr>
            <a:spLocks xmlns:a="http://schemas.openxmlformats.org/drawingml/2006/main" noGrp="1"/>
          </p:cNvSpPr>
          <p:nvPr/>
        </p:nvSpPr>
        <p:spPr>
          <a:xfrm xmlns:a="http://schemas.openxmlformats.org/drawingml/2006/main">
            <a:off x="9906000" y="5221796"/>
            <a:ext cx="485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75" b="0" i="0">
                <a:solidFill>
                  <a:srgbClr val="20232A"/>
                </a:solidFill>
                <a:latin typeface="Comic Sans MS"/>
                <a:ea typeface="Comic Sans MS"/>
                <a:cs typeface="Comic Sans MS"/>
              </a:defRPr>
            </a:defPPr>
          </a:lstStyle>
          <a:p xmlns:a="http://schemas.openxmlformats.org/drawingml/2006/main">
            <a:pPr algn="ctr">
              <a:defRPr sz="1275" b="0" i="0">
                <a:solidFill>
                  <a:srgbClr val="20232A"/>
                </a:solidFill>
                <a:latin typeface="Comic Sans MS"/>
                <a:ea typeface="Comic Sans MS"/>
                <a:cs typeface="Comic Sans MS"/>
              </a:defRPr>
            </a:pPr>
            <a:r>
              <a:rPr sz="1275" b="0" i="0">
                <a:solidFill>
                  <a:srgbClr val="20232A"/>
                </a:solidFill>
                <a:latin typeface="Comic Sans MS"/>
                <a:ea typeface="Comic Sans MS"/>
                <a:cs typeface="Comic Sans MS"/>
              </a:rPr>
              <a:t>Keep / revise / reject contradicted arguments</a:t>
            </a:r>
          </a:p>
        </p:txBody>
      </p:sp>
      <p:sp>
        <p:nvSpPr>
          <p:cNvPr id="96" name="rect-92">
            <a:extLst xmlns:a="http://schemas.openxmlformats.org/drawingml/2006/main">
              <a:ext uri="{FF2B5EF4-FFF2-40B4-BE49-F238E27FC236}">
                <a16:creationId xmlns:a16="http://schemas.microsoft.com/office/drawing/2014/main" id="{5E28BD12-1018-450C-8C6D-24F6BE56DB74}"/>
              </a:ext>
            </a:extLst>
          </p:cNvPr>
          <p:cNvSpPr>
            <a:spLocks xmlns:a="http://schemas.openxmlformats.org/drawingml/2006/main" noGrp="1"/>
          </p:cNvSpPr>
          <p:nvPr/>
        </p:nvSpPr>
        <p:spPr>
          <a:xfrm xmlns:a="http://schemas.openxmlformats.org/drawingml/2006/main">
            <a:off x="9915525" y="5529453"/>
            <a:ext cx="4838700" cy="427482"/>
          </a:xfrm>
          <a:prstGeom xmlns:a="http://schemas.openxmlformats.org/drawingml/2006/main" prst="roundRect">
            <a:avLst>
              <a:gd name="adj" fmla="val 24510"/>
            </a:avLst>
          </a:prstGeom>
          <a:solidFill xmlns:a="http://schemas.openxmlformats.org/drawingml/2006/main">
            <a:srgbClr val="FFFCF8"/>
          </a:solidFill>
          <a:ln xmlns:a="http://schemas.openxmlformats.org/drawingml/2006/main" w="9525">
            <a:solidFill>
              <a:srgbClr val="A9947F"/>
            </a:solidFill>
            <a:prstDash val="dash"/>
          </a:ln>
        </p:spPr>
      </p:sp>
      <p:sp>
        <p:nvSpPr>
          <p:cNvPr id="97" name="node-E1-93">
            <a:extLst xmlns:a="http://schemas.openxmlformats.org/drawingml/2006/main">
              <a:ext uri="{FF2B5EF4-FFF2-40B4-BE49-F238E27FC236}">
                <a16:creationId xmlns:a16="http://schemas.microsoft.com/office/drawing/2014/main" id="{2EF2E585-9205-43E8-8CFD-5EE3428F1B65}"/>
              </a:ext>
            </a:extLst>
          </p:cNvPr>
          <p:cNvSpPr>
            <a:spLocks xmlns:a="http://schemas.openxmlformats.org/drawingml/2006/main" noGrp="1"/>
          </p:cNvSpPr>
          <p:nvPr/>
        </p:nvSpPr>
        <p:spPr>
          <a:xfrm xmlns:a="http://schemas.openxmlformats.org/drawingml/2006/main">
            <a:off x="10058400" y="5605653"/>
            <a:ext cx="266700" cy="266700"/>
          </a:xfrm>
          <a:prstGeom xmlns:a="http://schemas.openxmlformats.org/drawingml/2006/main" prst="ellipse">
            <a:avLst/>
          </a:prstGeom>
          <a:solidFill xmlns:a="http://schemas.openxmlformats.org/drawingml/2006/main">
            <a:srgbClr val="BDDBB2"/>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125" b="0">
                <a:solidFill>
                  <a:srgbClr val="20232A"/>
                </a:solidFill>
                <a:latin typeface="Comic Sans MS"/>
                <a:ea typeface="Comic Sans MS"/>
                <a:cs typeface="Comic Sans MS"/>
              </a:defRPr>
            </a:defPPr>
          </a:lstStyle>
          <a:p xmlns:a="http://schemas.openxmlformats.org/drawingml/2006/main">
            <a:pPr algn="ctr">
              <a:defRPr sz="1125" b="0">
                <a:solidFill>
                  <a:srgbClr val="20232A"/>
                </a:solidFill>
                <a:latin typeface="Comic Sans MS"/>
                <a:ea typeface="Comic Sans MS"/>
                <a:cs typeface="Comic Sans MS"/>
              </a:defRPr>
            </a:pPr>
            <a:r>
              <a:rPr sz="1125" b="0">
                <a:solidFill>
                  <a:srgbClr val="20232A"/>
                </a:solidFill>
                <a:latin typeface="Comic Sans MS"/>
                <a:ea typeface="Comic Sans MS"/>
                <a:cs typeface="Comic Sans MS"/>
              </a:rPr>
              <a:t>E1</a:t>
            </a:r>
          </a:p>
        </p:txBody>
      </p:sp>
      <p:sp>
        <p:nvSpPr>
          <p:cNvPr id="98" name="label-94">
            <a:extLst xmlns:a="http://schemas.openxmlformats.org/drawingml/2006/main">
              <a:ext uri="{FF2B5EF4-FFF2-40B4-BE49-F238E27FC236}">
                <a16:creationId xmlns:a16="http://schemas.microsoft.com/office/drawing/2014/main" id="{B3B81344-AD5D-4D7C-8ACE-43BDA199988A}"/>
              </a:ext>
            </a:extLst>
          </p:cNvPr>
          <p:cNvSpPr>
            <a:spLocks xmlns:a="http://schemas.openxmlformats.org/drawingml/2006/main" noGrp="1"/>
          </p:cNvSpPr>
          <p:nvPr/>
        </p:nvSpPr>
        <p:spPr>
          <a:xfrm xmlns:a="http://schemas.openxmlformats.org/drawingml/2006/main">
            <a:off x="10382250" y="5606796"/>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i="0">
                <a:solidFill>
                  <a:srgbClr val="20232A"/>
                </a:solidFill>
                <a:latin typeface="Comic Sans MS"/>
                <a:ea typeface="Comic Sans MS"/>
                <a:cs typeface="Comic Sans MS"/>
              </a:defRPr>
            </a:defPPr>
          </a:lstStyle>
          <a:p xmlns:a="http://schemas.openxmlformats.org/drawingml/2006/main">
            <a:pPr algn="ctr">
              <a:defRPr sz="1200" b="0" i="0">
                <a:solidFill>
                  <a:srgbClr val="20232A"/>
                </a:solidFill>
                <a:latin typeface="Comic Sans MS"/>
                <a:ea typeface="Comic Sans MS"/>
                <a:cs typeface="Comic Sans MS"/>
              </a:defRPr>
            </a:pPr>
            <a:r>
              <a:rPr sz="1200" b="0" i="0">
                <a:solidFill>
                  <a:srgbClr val="20232A"/>
                </a:solidFill>
                <a:latin typeface="Comic Sans MS"/>
                <a:ea typeface="Comic Sans MS"/>
                <a:cs typeface="Comic Sans MS"/>
              </a:rPr>
              <a:t>kept</a:t>
            </a:r>
          </a:p>
        </p:txBody>
      </p:sp>
      <p:sp>
        <p:nvSpPr>
          <p:cNvPr id="99" name="node-E3'-95">
            <a:extLst xmlns:a="http://schemas.openxmlformats.org/drawingml/2006/main">
              <a:ext uri="{FF2B5EF4-FFF2-40B4-BE49-F238E27FC236}">
                <a16:creationId xmlns:a16="http://schemas.microsoft.com/office/drawing/2014/main" id="{B6C3B733-43FC-453D-ACBC-7C7A9F5EBB7C}"/>
              </a:ext>
            </a:extLst>
          </p:cNvPr>
          <p:cNvSpPr>
            <a:spLocks xmlns:a="http://schemas.openxmlformats.org/drawingml/2006/main" noGrp="1"/>
          </p:cNvSpPr>
          <p:nvPr/>
        </p:nvSpPr>
        <p:spPr>
          <a:xfrm xmlns:a="http://schemas.openxmlformats.org/drawingml/2006/main">
            <a:off x="11210925" y="5596128"/>
            <a:ext cx="285750" cy="285750"/>
          </a:xfrm>
          <a:prstGeom xmlns:a="http://schemas.openxmlformats.org/drawingml/2006/main" prst="ellipse">
            <a:avLst/>
          </a:prstGeom>
          <a:solidFill xmlns:a="http://schemas.openxmlformats.org/drawingml/2006/main">
            <a:srgbClr val="C6B4DF"/>
          </a:solidFill>
          <a:ln xmlns:a="http://schemas.openxmlformats.org/drawingml/2006/main" w="17145">
            <a:solidFill>
              <a:srgbClr val="122852"/>
            </a:solidFill>
          </a:ln>
        </p:spPr>
        <p:txBody>
          <a:bodyPr xmlns:a="http://schemas.openxmlformats.org/drawingml/2006/main" wrap="none" lIns="0" tIns="0" rIns="0" bIns="0" anchor="ctr">
            <a:noAutofit/>
          </a:bodyPr>
          <a:lstStyle xmlns:a="http://schemas.openxmlformats.org/drawingml/2006/main">
            <a:defPPr algn="ctr">
              <a:defRPr sz="1050" b="0">
                <a:solidFill>
                  <a:srgbClr val="20232A"/>
                </a:solidFill>
                <a:latin typeface="Comic Sans MS"/>
                <a:ea typeface="Comic Sans MS"/>
                <a:cs typeface="Comic Sans MS"/>
              </a:defRPr>
            </a:defPPr>
          </a:lstStyle>
          <a:p xmlns:a="http://schemas.openxmlformats.org/drawingml/2006/main">
            <a:pPr algn="ctr">
              <a:defRPr sz="1050" b="0">
                <a:solidFill>
                  <a:srgbClr val="20232A"/>
                </a:solidFill>
                <a:latin typeface="Comic Sans MS"/>
                <a:ea typeface="Comic Sans MS"/>
                <a:cs typeface="Comic Sans MS"/>
              </a:defRPr>
            </a:pPr>
            <a:r>
              <a:rPr sz="1050" b="0">
                <a:solidFill>
                  <a:srgbClr val="20232A"/>
                </a:solidFill>
                <a:latin typeface="Comic Sans MS"/>
                <a:ea typeface="Comic Sans MS"/>
                <a:cs typeface="Comic Sans MS"/>
              </a:rPr>
              <a:t>E3'</a:t>
            </a:r>
          </a:p>
        </p:txBody>
      </p:sp>
      <p:sp>
        <p:nvSpPr>
          <p:cNvPr id="100" name="label-96">
            <a:extLst xmlns:a="http://schemas.openxmlformats.org/drawingml/2006/main">
              <a:ext uri="{FF2B5EF4-FFF2-40B4-BE49-F238E27FC236}">
                <a16:creationId xmlns:a16="http://schemas.microsoft.com/office/drawing/2014/main" id="{97B3F319-4AFA-43A7-BA27-FFB1C9D06B24}"/>
              </a:ext>
            </a:extLst>
          </p:cNvPr>
          <p:cNvSpPr>
            <a:spLocks xmlns:a="http://schemas.openxmlformats.org/drawingml/2006/main" noGrp="1"/>
          </p:cNvSpPr>
          <p:nvPr/>
        </p:nvSpPr>
        <p:spPr>
          <a:xfrm xmlns:a="http://schemas.openxmlformats.org/drawingml/2006/main">
            <a:off x="11544300" y="5606796"/>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i="0">
                <a:solidFill>
                  <a:srgbClr val="20232A"/>
                </a:solidFill>
                <a:latin typeface="Comic Sans MS"/>
                <a:ea typeface="Comic Sans MS"/>
                <a:cs typeface="Comic Sans MS"/>
              </a:defRPr>
            </a:defPPr>
          </a:lstStyle>
          <a:p xmlns:a="http://schemas.openxmlformats.org/drawingml/2006/main">
            <a:pPr algn="ctr">
              <a:defRPr sz="1200" b="0" i="0">
                <a:solidFill>
                  <a:srgbClr val="20232A"/>
                </a:solidFill>
                <a:latin typeface="Comic Sans MS"/>
                <a:ea typeface="Comic Sans MS"/>
                <a:cs typeface="Comic Sans MS"/>
              </a:defRPr>
            </a:pPr>
            <a:r>
              <a:rPr sz="1200" b="0" i="0">
                <a:solidFill>
                  <a:srgbClr val="20232A"/>
                </a:solidFill>
                <a:latin typeface="Comic Sans MS"/>
                <a:ea typeface="Comic Sans MS"/>
                <a:cs typeface="Comic Sans MS"/>
              </a:rPr>
              <a:t>revised</a:t>
            </a:r>
          </a:p>
        </p:txBody>
      </p:sp>
      <p:sp>
        <p:nvSpPr>
          <p:cNvPr id="101" name="node-E2-97">
            <a:extLst xmlns:a="http://schemas.openxmlformats.org/drawingml/2006/main">
              <a:ext uri="{FF2B5EF4-FFF2-40B4-BE49-F238E27FC236}">
                <a16:creationId xmlns:a16="http://schemas.microsoft.com/office/drawing/2014/main" id="{19A28ACC-C084-4DB1-8A9D-0759F3D9DF8D}"/>
              </a:ext>
            </a:extLst>
          </p:cNvPr>
          <p:cNvSpPr>
            <a:spLocks xmlns:a="http://schemas.openxmlformats.org/drawingml/2006/main" noGrp="1"/>
          </p:cNvSpPr>
          <p:nvPr/>
        </p:nvSpPr>
        <p:spPr>
          <a:xfrm xmlns:a="http://schemas.openxmlformats.org/drawingml/2006/main">
            <a:off x="13115925" y="5605653"/>
            <a:ext cx="266700" cy="266700"/>
          </a:xfrm>
          <a:prstGeom xmlns:a="http://schemas.openxmlformats.org/drawingml/2006/main" prst="ellipse">
            <a:avLst/>
          </a:prstGeom>
          <a:solidFill xmlns:a="http://schemas.openxmlformats.org/drawingml/2006/main">
            <a:srgbClr val="E3E6EA"/>
          </a:solidFill>
          <a:ln xmlns:a="http://schemas.openxmlformats.org/drawingml/2006/main" w="17145">
            <a:solidFill>
              <a:srgbClr val="9299A2"/>
            </a:solidFill>
          </a:ln>
        </p:spPr>
        <p:txBody>
          <a:bodyPr xmlns:a="http://schemas.openxmlformats.org/drawingml/2006/main" wrap="none" lIns="0" tIns="0" rIns="0" bIns="0" anchor="ctr">
            <a:noAutofit/>
          </a:bodyPr>
          <a:lstStyle xmlns:a="http://schemas.openxmlformats.org/drawingml/2006/main">
            <a:defPPr algn="ctr">
              <a:defRPr sz="1125" b="0">
                <a:solidFill>
                  <a:srgbClr val="20232A"/>
                </a:solidFill>
                <a:latin typeface="Comic Sans MS"/>
                <a:ea typeface="Comic Sans MS"/>
                <a:cs typeface="Comic Sans MS"/>
              </a:defRPr>
            </a:defPPr>
          </a:lstStyle>
          <a:p xmlns:a="http://schemas.openxmlformats.org/drawingml/2006/main">
            <a:pPr algn="ctr">
              <a:defRPr sz="1125" b="0">
                <a:solidFill>
                  <a:srgbClr val="20232A"/>
                </a:solidFill>
                <a:latin typeface="Comic Sans MS"/>
                <a:ea typeface="Comic Sans MS"/>
                <a:cs typeface="Comic Sans MS"/>
              </a:defRPr>
            </a:pPr>
            <a:r>
              <a:rPr sz="1125" b="0">
                <a:solidFill>
                  <a:srgbClr val="20232A"/>
                </a:solidFill>
                <a:latin typeface="Comic Sans MS"/>
                <a:ea typeface="Comic Sans MS"/>
                <a:cs typeface="Comic Sans MS"/>
              </a:rPr>
              <a:t>E2</a:t>
            </a:r>
          </a:p>
        </p:txBody>
      </p:sp>
      <p:sp>
        <p:nvSpPr>
          <p:cNvPr id="102" name="edge-98">
            <a:extLst xmlns:a="http://schemas.openxmlformats.org/drawingml/2006/main">
              <a:ext uri="{FF2B5EF4-FFF2-40B4-BE49-F238E27FC236}">
                <a16:creationId xmlns:a16="http://schemas.microsoft.com/office/drawing/2014/main" id="{786C4F9A-929A-474D-AFAC-DF972A0FAE8E}"/>
              </a:ext>
            </a:extLst>
          </p:cNvPr>
          <p:cNvSpPr>
            <a:spLocks xmlns:a="http://schemas.openxmlformats.org/drawingml/2006/main" noGrp="1"/>
          </p:cNvSpPr>
          <p:nvPr/>
        </p:nvSpPr>
        <p:spPr>
          <a:xfrm xmlns:a="http://schemas.openxmlformats.org/drawingml/2006/main" flipH="0" flipV="1">
            <a:off x="13125450" y="5621655"/>
            <a:ext cx="247650" cy="234696"/>
          </a:xfrm>
          <a:prstGeom xmlns:a="http://schemas.openxmlformats.org/drawingml/2006/main" prst="line">
            <a:avLst/>
          </a:prstGeom>
          <a:ln xmlns:a="http://schemas.openxmlformats.org/drawingml/2006/main" w="16193">
            <a:solidFill>
              <a:srgbClr val="CC646A"/>
            </a:solidFill>
            <a:prstDash val="solid"/>
          </a:ln>
        </p:spPr>
      </p:sp>
      <p:sp>
        <p:nvSpPr>
          <p:cNvPr id="103" name="label-99">
            <a:extLst xmlns:a="http://schemas.openxmlformats.org/drawingml/2006/main">
              <a:ext uri="{FF2B5EF4-FFF2-40B4-BE49-F238E27FC236}">
                <a16:creationId xmlns:a16="http://schemas.microsoft.com/office/drawing/2014/main" id="{31A6F28D-A871-4BF2-B10E-2260A28E88D0}"/>
              </a:ext>
            </a:extLst>
          </p:cNvPr>
          <p:cNvSpPr>
            <a:spLocks xmlns:a="http://schemas.openxmlformats.org/drawingml/2006/main" noGrp="1"/>
          </p:cNvSpPr>
          <p:nvPr/>
        </p:nvSpPr>
        <p:spPr>
          <a:xfrm xmlns:a="http://schemas.openxmlformats.org/drawingml/2006/main">
            <a:off x="13449300" y="5606796"/>
            <a:ext cx="1104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i="0">
                <a:solidFill>
                  <a:srgbClr val="20232A"/>
                </a:solidFill>
                <a:latin typeface="Comic Sans MS"/>
                <a:ea typeface="Comic Sans MS"/>
                <a:cs typeface="Comic Sans MS"/>
              </a:defRPr>
            </a:defPPr>
          </a:lstStyle>
          <a:p xmlns:a="http://schemas.openxmlformats.org/drawingml/2006/main">
            <a:pPr algn="ctr">
              <a:defRPr sz="1200" b="0" i="0">
                <a:solidFill>
                  <a:srgbClr val="20232A"/>
                </a:solidFill>
                <a:latin typeface="Comic Sans MS"/>
                <a:ea typeface="Comic Sans MS"/>
                <a:cs typeface="Comic Sans MS"/>
              </a:defRPr>
            </a:pPr>
            <a:r>
              <a:rPr sz="1200" b="0" i="0">
                <a:solidFill>
                  <a:srgbClr val="20232A"/>
                </a:solidFill>
                <a:latin typeface="Comic Sans MS"/>
                <a:ea typeface="Comic Sans MS"/>
                <a:cs typeface="Comic Sans MS"/>
              </a:rPr>
              <a:t>rejected</a:t>
            </a:r>
          </a:p>
        </p:txBody>
      </p:sp>
      <p:sp>
        <p:nvSpPr>
          <p:cNvPr id="104" name="label-100">
            <a:extLst xmlns:a="http://schemas.openxmlformats.org/drawingml/2006/main">
              <a:ext uri="{FF2B5EF4-FFF2-40B4-BE49-F238E27FC236}">
                <a16:creationId xmlns:a16="http://schemas.microsoft.com/office/drawing/2014/main" id="{C0602443-B3EC-49B9-ACAD-9204665039B9}"/>
              </a:ext>
            </a:extLst>
          </p:cNvPr>
          <p:cNvSpPr>
            <a:spLocks xmlns:a="http://schemas.openxmlformats.org/drawingml/2006/main" noGrp="1"/>
          </p:cNvSpPr>
          <p:nvPr/>
        </p:nvSpPr>
        <p:spPr>
          <a:xfrm xmlns:a="http://schemas.openxmlformats.org/drawingml/2006/main">
            <a:off x="9829800" y="6001321"/>
            <a:ext cx="13430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32A"/>
                </a:solidFill>
                <a:latin typeface="Comic Sans MS"/>
                <a:ea typeface="Comic Sans MS"/>
                <a:cs typeface="Comic Sans MS"/>
              </a:defRPr>
            </a:defPPr>
          </a:lstStyle>
          <a:p xmlns:a="http://schemas.openxmlformats.org/drawingml/2006/main">
            <a:pPr algn="ctr">
              <a:defRPr sz="1500" b="0" i="0">
                <a:solidFill>
                  <a:srgbClr val="20232A"/>
                </a:solidFill>
                <a:latin typeface="Comic Sans MS"/>
                <a:ea typeface="Comic Sans MS"/>
                <a:cs typeface="Comic Sans MS"/>
              </a:defRPr>
            </a:pPr>
            <a:r>
              <a:rPr sz="1500" b="0" i="0">
                <a:solidFill>
                  <a:srgbClr val="20232A"/>
                </a:solidFill>
                <a:latin typeface="Comic Sans MS"/>
                <a:ea typeface="Comic Sans MS"/>
                <a:cs typeface="Comic Sans MS"/>
              </a:rPr>
              <a:t>P(t+1)</a:t>
            </a:r>
          </a:p>
        </p:txBody>
      </p:sp>
      <p:sp>
        <p:nvSpPr>
          <p:cNvPr id="105" name="label-101">
            <a:extLst xmlns:a="http://schemas.openxmlformats.org/drawingml/2006/main">
              <a:ext uri="{FF2B5EF4-FFF2-40B4-BE49-F238E27FC236}">
                <a16:creationId xmlns:a16="http://schemas.microsoft.com/office/drawing/2014/main" id="{B12E8FE1-CD3A-4728-9232-F13E1F12865D}"/>
              </a:ext>
            </a:extLst>
          </p:cNvPr>
          <p:cNvSpPr>
            <a:spLocks xmlns:a="http://schemas.openxmlformats.org/drawingml/2006/main" noGrp="1"/>
          </p:cNvSpPr>
          <p:nvPr/>
        </p:nvSpPr>
        <p:spPr>
          <a:xfrm xmlns:a="http://schemas.openxmlformats.org/drawingml/2006/main">
            <a:off x="11172825" y="6001321"/>
            <a:ext cx="3590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00" b="0" i="0">
                <a:solidFill>
                  <a:srgbClr val="20232A"/>
                </a:solidFill>
                <a:latin typeface="Comic Sans MS"/>
                <a:ea typeface="Comic Sans MS"/>
                <a:cs typeface="Comic Sans MS"/>
              </a:defRPr>
            </a:defPPr>
          </a:lstStyle>
          <a:p xmlns:a="http://schemas.openxmlformats.org/drawingml/2006/main">
            <a:pPr algn="ctr">
              <a:defRPr sz="1200" b="0" i="0">
                <a:solidFill>
                  <a:srgbClr val="20232A"/>
                </a:solidFill>
                <a:latin typeface="Comic Sans MS"/>
                <a:ea typeface="Comic Sans MS"/>
                <a:cs typeface="Comic Sans MS"/>
              </a:defRPr>
            </a:pPr>
            <a:r>
              <a:rPr sz="1200" b="0" i="0">
                <a:solidFill>
                  <a:srgbClr val="20232A"/>
                </a:solidFill>
                <a:latin typeface="Comic Sans MS"/>
                <a:ea typeface="Comic Sans MS"/>
                <a:cs typeface="Comic Sans MS"/>
              </a:rPr>
              <a:t>Repeat until resolved / budget reached</a:t>
            </a:r>
          </a:p>
        </p:txBody>
      </p:sp>
      <p:sp>
        <p:nvSpPr>
          <p:cNvPr id="106" name="edge-102">
            <a:extLst xmlns:a="http://schemas.openxmlformats.org/drawingml/2006/main">
              <a:ext uri="{FF2B5EF4-FFF2-40B4-BE49-F238E27FC236}">
                <a16:creationId xmlns:a16="http://schemas.microsoft.com/office/drawing/2014/main" id="{76047613-B5B1-429A-9F9E-F6E2BADF3A19}"/>
              </a:ext>
            </a:extLst>
          </p:cNvPr>
          <p:cNvSpPr>
            <a:spLocks xmlns:a="http://schemas.openxmlformats.org/drawingml/2006/main" noGrp="1"/>
          </p:cNvSpPr>
          <p:nvPr/>
        </p:nvSpPr>
        <p:spPr>
          <a:xfrm xmlns:a="http://schemas.openxmlformats.org/drawingml/2006/main" flipH="0" flipV="0">
            <a:off x="14811375" y="5747385"/>
            <a:ext cx="66675" cy="0"/>
          </a:xfrm>
          <a:prstGeom xmlns:a="http://schemas.openxmlformats.org/drawingml/2006/main" prst="line">
            <a:avLst/>
          </a:prstGeom>
          <a:ln xmlns:a="http://schemas.openxmlformats.org/drawingml/2006/main" w="10478">
            <a:solidFill>
              <a:srgbClr val="20232A"/>
            </a:solidFill>
            <a:prstDash val="solid"/>
          </a:ln>
        </p:spPr>
      </p:sp>
      <p:sp>
        <p:nvSpPr>
          <p:cNvPr id="107" name="edge-103">
            <a:extLst xmlns:a="http://schemas.openxmlformats.org/drawingml/2006/main">
              <a:ext uri="{FF2B5EF4-FFF2-40B4-BE49-F238E27FC236}">
                <a16:creationId xmlns:a16="http://schemas.microsoft.com/office/drawing/2014/main" id="{24134C43-9847-4866-A107-83637A52305B}"/>
              </a:ext>
            </a:extLst>
          </p:cNvPr>
          <p:cNvSpPr>
            <a:spLocks xmlns:a="http://schemas.openxmlformats.org/drawingml/2006/main" noGrp="1"/>
          </p:cNvSpPr>
          <p:nvPr/>
        </p:nvSpPr>
        <p:spPr>
          <a:xfrm xmlns:a="http://schemas.openxmlformats.org/drawingml/2006/main" flipH="0" flipV="0">
            <a:off x="14878050" y="2847213"/>
            <a:ext cx="0" cy="2900172"/>
          </a:xfrm>
          <a:prstGeom xmlns:a="http://schemas.openxmlformats.org/drawingml/2006/main" prst="line">
            <a:avLst/>
          </a:prstGeom>
          <a:ln xmlns:a="http://schemas.openxmlformats.org/drawingml/2006/main" w="10478">
            <a:solidFill>
              <a:srgbClr val="20232A"/>
            </a:solidFill>
            <a:prstDash val="solid"/>
          </a:ln>
        </p:spPr>
      </p:sp>
      <p:cxnSp>
        <p:nvCxnSpPr>
          <p:cNvPr id="108" name="edge-104">
            <a:extLst xmlns:a="http://schemas.openxmlformats.org/drawingml/2006/main">
              <a:ext uri="{FF2B5EF4-FFF2-40B4-BE49-F238E27FC236}">
                <a16:creationId xmlns:a16="http://schemas.microsoft.com/office/drawing/2014/main" id="{9540EE1E-D8F7-42C6-A112-0A7DBE2B2A9E}"/>
              </a:ext>
            </a:extLst>
          </p:cNvPr>
          <p:cNvCxnSpPr/>
          <p:nvPr/>
        </p:nvCxnSpPr>
        <p:spPr>
          <a:xfrm xmlns:a="http://schemas.openxmlformats.org/drawingml/2006/main" flipH="1" flipV="0">
            <a:off x="14554200" y="2847213"/>
            <a:ext cx="323850" cy="0"/>
          </a:xfrm>
          <a:prstGeom xmlns:a="http://schemas.openxmlformats.org/drawingml/2006/main" prst="straightConnector1">
            <a:avLst/>
          </a:prstGeom>
          <a:ln xmlns:a="http://schemas.openxmlformats.org/drawingml/2006/main" w="10478">
            <a:solidFill>
              <a:srgbClr val="20232A"/>
            </a:solidFill>
            <a:prstDash val="solid"/>
            <a:tailEnd type="triangle" w="sm" len="sm"/>
          </a:ln>
        </p:spPr>
      </p:cxnSp>
      <p:sp>
        <p:nvSpPr>
          <p:cNvPr id="109" name="edge-105">
            <a:extLst xmlns:a="http://schemas.openxmlformats.org/drawingml/2006/main">
              <a:ext uri="{FF2B5EF4-FFF2-40B4-BE49-F238E27FC236}">
                <a16:creationId xmlns:a16="http://schemas.microsoft.com/office/drawing/2014/main" id="{C2ACC72C-09E8-4C07-8FFB-025FA52A0846}"/>
              </a:ext>
            </a:extLst>
          </p:cNvPr>
          <p:cNvSpPr>
            <a:spLocks xmlns:a="http://schemas.openxmlformats.org/drawingml/2006/main" noGrp="1"/>
          </p:cNvSpPr>
          <p:nvPr/>
        </p:nvSpPr>
        <p:spPr>
          <a:xfrm xmlns:a="http://schemas.openxmlformats.org/drawingml/2006/main" flipH="1" flipV="0">
            <a:off x="9391650" y="4548759"/>
            <a:ext cx="971550" cy="0"/>
          </a:xfrm>
          <a:prstGeom xmlns:a="http://schemas.openxmlformats.org/drawingml/2006/main" prst="line">
            <a:avLst/>
          </a:prstGeom>
          <a:ln xmlns:a="http://schemas.openxmlformats.org/drawingml/2006/main" w="12383">
            <a:solidFill>
              <a:srgbClr val="20232A"/>
            </a:solidFill>
            <a:prstDash val="solid"/>
          </a:ln>
        </p:spPr>
      </p:sp>
      <p:sp>
        <p:nvSpPr>
          <p:cNvPr id="110" name="edge-106">
            <a:extLst xmlns:a="http://schemas.openxmlformats.org/drawingml/2006/main">
              <a:ext uri="{FF2B5EF4-FFF2-40B4-BE49-F238E27FC236}">
                <a16:creationId xmlns:a16="http://schemas.microsoft.com/office/drawing/2014/main" id="{1D8B643C-9CD6-4AAC-8130-3A67DF960802}"/>
              </a:ext>
            </a:extLst>
          </p:cNvPr>
          <p:cNvSpPr>
            <a:spLocks xmlns:a="http://schemas.openxmlformats.org/drawingml/2006/main" noGrp="1"/>
          </p:cNvSpPr>
          <p:nvPr/>
        </p:nvSpPr>
        <p:spPr>
          <a:xfrm xmlns:a="http://schemas.openxmlformats.org/drawingml/2006/main" flipH="0" flipV="0">
            <a:off x="9391650" y="3660267"/>
            <a:ext cx="0" cy="2363724"/>
          </a:xfrm>
          <a:prstGeom xmlns:a="http://schemas.openxmlformats.org/drawingml/2006/main" prst="line">
            <a:avLst/>
          </a:prstGeom>
          <a:ln xmlns:a="http://schemas.openxmlformats.org/drawingml/2006/main" w="12383">
            <a:solidFill>
              <a:srgbClr val="20232A"/>
            </a:solidFill>
            <a:prstDash val="solid"/>
          </a:ln>
        </p:spPr>
      </p:sp>
      <p:cxnSp>
        <p:nvCxnSpPr>
          <p:cNvPr id="111" name="edge-107">
            <a:extLst xmlns:a="http://schemas.openxmlformats.org/drawingml/2006/main">
              <a:ext uri="{FF2B5EF4-FFF2-40B4-BE49-F238E27FC236}">
                <a16:creationId xmlns:a16="http://schemas.microsoft.com/office/drawing/2014/main" id="{92D41C99-AEA1-46C6-9AF3-4DF2F57F7B0A}"/>
              </a:ext>
            </a:extLst>
          </p:cNvPr>
          <p:cNvCxnSpPr/>
          <p:nvPr/>
        </p:nvCxnSpPr>
        <p:spPr>
          <a:xfrm xmlns:a="http://schemas.openxmlformats.org/drawingml/2006/main" flipH="1" flipV="0">
            <a:off x="9229725" y="3660267"/>
            <a:ext cx="161925" cy="0"/>
          </a:xfrm>
          <a:prstGeom xmlns:a="http://schemas.openxmlformats.org/drawingml/2006/main" prst="straightConnector1">
            <a:avLst/>
          </a:prstGeom>
          <a:ln xmlns:a="http://schemas.openxmlformats.org/drawingml/2006/main" w="12383">
            <a:solidFill>
              <a:srgbClr val="20232A"/>
            </a:solidFill>
            <a:prstDash val="solid"/>
            <a:tailEnd type="triangle" w="sm" len="sm"/>
          </a:ln>
        </p:spPr>
      </p:cxnSp>
      <p:cxnSp>
        <p:nvCxnSpPr>
          <p:cNvPr id="112" name="edge-108">
            <a:extLst xmlns:a="http://schemas.openxmlformats.org/drawingml/2006/main">
              <a:ext uri="{FF2B5EF4-FFF2-40B4-BE49-F238E27FC236}">
                <a16:creationId xmlns:a16="http://schemas.microsoft.com/office/drawing/2014/main" id="{2D4DAC87-B75C-4BF7-A1D5-2896459DC5C9}"/>
              </a:ext>
            </a:extLst>
          </p:cNvPr>
          <p:cNvCxnSpPr/>
          <p:nvPr/>
        </p:nvCxnSpPr>
        <p:spPr>
          <a:xfrm xmlns:a="http://schemas.openxmlformats.org/drawingml/2006/main" flipH="1" flipV="0">
            <a:off x="9229725" y="6023991"/>
            <a:ext cx="161925" cy="0"/>
          </a:xfrm>
          <a:prstGeom xmlns:a="http://schemas.openxmlformats.org/drawingml/2006/main" prst="straightConnector1">
            <a:avLst/>
          </a:prstGeom>
          <a:ln xmlns:a="http://schemas.openxmlformats.org/drawingml/2006/main" w="12383">
            <a:solidFill>
              <a:srgbClr val="20232A"/>
            </a:solidFill>
            <a:prstDash val="solid"/>
            <a:tailEnd type="triangle" w="sm" len="sm"/>
          </a:ln>
        </p:spPr>
      </p:cxnSp>
      <p:sp>
        <p:nvSpPr>
          <p:cNvPr id="113" name="label-109">
            <a:extLst xmlns:a="http://schemas.openxmlformats.org/drawingml/2006/main">
              <a:ext uri="{FF2B5EF4-FFF2-40B4-BE49-F238E27FC236}">
                <a16:creationId xmlns:a16="http://schemas.microsoft.com/office/drawing/2014/main" id="{86701DA3-5076-4150-A26E-D8C9093BE74B}"/>
              </a:ext>
            </a:extLst>
          </p:cNvPr>
          <p:cNvSpPr>
            <a:spLocks xmlns:a="http://schemas.openxmlformats.org/drawingml/2006/main" noGrp="1"/>
          </p:cNvSpPr>
          <p:nvPr/>
        </p:nvSpPr>
        <p:spPr>
          <a:xfrm xmlns:a="http://schemas.openxmlformats.org/drawingml/2006/main">
            <a:off x="6096000" y="6604254"/>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i="0">
                <a:solidFill>
                  <a:srgbClr val="20232A"/>
                </a:solidFill>
                <a:latin typeface="Comic Sans MS"/>
                <a:ea typeface="Comic Sans MS"/>
                <a:cs typeface="Comic Sans MS"/>
              </a:defRPr>
            </a:defPPr>
          </a:lstStyle>
          <a:p xmlns:a="http://schemas.openxmlformats.org/drawingml/2006/main">
            <a:pPr algn="ctr">
              <a:defRPr sz="1350" b="0" i="0">
                <a:solidFill>
                  <a:srgbClr val="20232A"/>
                </a:solidFill>
                <a:latin typeface="Comic Sans MS"/>
                <a:ea typeface="Comic Sans MS"/>
                <a:cs typeface="Comic Sans MS"/>
              </a:defRPr>
            </a:pPr>
            <a:r>
              <a:rPr sz="1350" b="0" i="0">
                <a:solidFill>
                  <a:srgbClr val="20232A"/>
                </a:solidFill>
                <a:latin typeface="Comic Sans MS"/>
                <a:ea typeface="Comic Sans MS"/>
                <a:cs typeface="Comic Sans MS"/>
              </a:rPr>
              <a:t>Compare, retrieve evidence, and update the explanation population</a:t>
            </a:r>
          </a:p>
        </p:txBody>
      </p:sp>
      <p:sp>
        <p:nvSpPr>
          <p:cNvPr id="114" name="label-110">
            <a:extLst xmlns:a="http://schemas.openxmlformats.org/drawingml/2006/main">
              <a:ext uri="{FF2B5EF4-FFF2-40B4-BE49-F238E27FC236}">
                <a16:creationId xmlns:a16="http://schemas.microsoft.com/office/drawing/2014/main" id="{3C8F880C-D3DD-4CE6-BD69-D12B18124B2D}"/>
              </a:ext>
            </a:extLst>
          </p:cNvPr>
          <p:cNvSpPr>
            <a:spLocks xmlns:a="http://schemas.openxmlformats.org/drawingml/2006/main" noGrp="1"/>
          </p:cNvSpPr>
          <p:nvPr/>
        </p:nvSpPr>
        <p:spPr>
          <a:xfrm xmlns:a="http://schemas.openxmlformats.org/drawingml/2006/main">
            <a:off x="3829050" y="6922770"/>
            <a:ext cx="5353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i="0">
                <a:solidFill>
                  <a:srgbClr val="20232A"/>
                </a:solidFill>
                <a:latin typeface="Comic Sans MS"/>
                <a:ea typeface="Comic Sans MS"/>
                <a:cs typeface="Comic Sans MS"/>
              </a:defRPr>
            </a:defPPr>
          </a:lstStyle>
          <a:p xmlns:a="http://schemas.openxmlformats.org/drawingml/2006/main">
            <a:pPr algn="ctr">
              <a:defRPr sz="1350" b="0" i="0">
                <a:solidFill>
                  <a:srgbClr val="20232A"/>
                </a:solidFill>
                <a:latin typeface="Comic Sans MS"/>
                <a:ea typeface="Comic Sans MS"/>
                <a:cs typeface="Comic Sans MS"/>
              </a:defRPr>
            </a:pPr>
            <a:r>
              <a:rPr sz="1350" b="0" i="0">
                <a:solidFill>
                  <a:srgbClr val="20232A"/>
                </a:solidFill>
                <a:latin typeface="Comic Sans MS"/>
                <a:ea typeface="Comic Sans MS"/>
                <a:cs typeface="Comic Sans MS"/>
              </a:rPr>
              <a:t>(b) Parallel evidence and relation analysis</a:t>
            </a:r>
          </a:p>
        </p:txBody>
      </p:sp>
      <p:sp>
        <p:nvSpPr>
          <p:cNvPr id="115" name="label-111">
            <a:extLst xmlns:a="http://schemas.openxmlformats.org/drawingml/2006/main">
              <a:ext uri="{FF2B5EF4-FFF2-40B4-BE49-F238E27FC236}">
                <a16:creationId xmlns:a16="http://schemas.microsoft.com/office/drawing/2014/main" id="{A629B1E2-C432-4510-BB61-FA3E6591AA17}"/>
              </a:ext>
            </a:extLst>
          </p:cNvPr>
          <p:cNvSpPr>
            <a:spLocks xmlns:a="http://schemas.openxmlformats.org/drawingml/2006/main" noGrp="1"/>
          </p:cNvSpPr>
          <p:nvPr/>
        </p:nvSpPr>
        <p:spPr>
          <a:xfrm xmlns:a="http://schemas.openxmlformats.org/drawingml/2006/main">
            <a:off x="314325" y="6922770"/>
            <a:ext cx="3067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i="0">
                <a:solidFill>
                  <a:srgbClr val="20232A"/>
                </a:solidFill>
                <a:latin typeface="Comic Sans MS"/>
                <a:ea typeface="Comic Sans MS"/>
                <a:cs typeface="Comic Sans MS"/>
              </a:defRPr>
            </a:defPPr>
          </a:lstStyle>
          <a:p xmlns:a="http://schemas.openxmlformats.org/drawingml/2006/main">
            <a:pPr algn="ctr">
              <a:defRPr sz="1350" b="0" i="0">
                <a:solidFill>
                  <a:srgbClr val="20232A"/>
                </a:solidFill>
                <a:latin typeface="Comic Sans MS"/>
                <a:ea typeface="Comic Sans MS"/>
                <a:cs typeface="Comic Sans MS"/>
              </a:defRPr>
            </a:pPr>
            <a:r>
              <a:rPr sz="1350" b="0" i="0">
                <a:solidFill>
                  <a:srgbClr val="20232A"/>
                </a:solidFill>
                <a:latin typeface="Comic Sans MS"/>
                <a:ea typeface="Comic Sans MS"/>
                <a:cs typeface="Comic Sans MS"/>
              </a:rPr>
              <a:t>(a) Trace representation</a:t>
            </a:r>
          </a:p>
        </p:txBody>
      </p:sp>
      <p:sp>
        <p:nvSpPr>
          <p:cNvPr id="116" name="label-112">
            <a:extLst xmlns:a="http://schemas.openxmlformats.org/drawingml/2006/main">
              <a:ext uri="{FF2B5EF4-FFF2-40B4-BE49-F238E27FC236}">
                <a16:creationId xmlns:a16="http://schemas.microsoft.com/office/drawing/2014/main" id="{7285EAAC-0F89-4F70-8272-58D646F425EF}"/>
              </a:ext>
            </a:extLst>
          </p:cNvPr>
          <p:cNvSpPr>
            <a:spLocks xmlns:a="http://schemas.openxmlformats.org/drawingml/2006/main" noGrp="1"/>
          </p:cNvSpPr>
          <p:nvPr/>
        </p:nvSpPr>
        <p:spPr>
          <a:xfrm xmlns:a="http://schemas.openxmlformats.org/drawingml/2006/main">
            <a:off x="9677400" y="6922770"/>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i="0">
                <a:solidFill>
                  <a:srgbClr val="20232A"/>
                </a:solidFill>
                <a:latin typeface="Comic Sans MS"/>
                <a:ea typeface="Comic Sans MS"/>
                <a:cs typeface="Comic Sans MS"/>
              </a:defRPr>
            </a:defPPr>
          </a:lstStyle>
          <a:p xmlns:a="http://schemas.openxmlformats.org/drawingml/2006/main">
            <a:pPr algn="ctr">
              <a:defRPr sz="1350" b="0" i="0">
                <a:solidFill>
                  <a:srgbClr val="20232A"/>
                </a:solidFill>
                <a:latin typeface="Comic Sans MS"/>
                <a:ea typeface="Comic Sans MS"/>
                <a:cs typeface="Comic Sans MS"/>
              </a:defRPr>
            </a:pPr>
            <a:r>
              <a:rPr sz="1350" b="0" i="0">
                <a:solidFill>
                  <a:srgbClr val="20232A"/>
                </a:solidFill>
                <a:latin typeface="Comic Sans MS"/>
                <a:ea typeface="Comic Sans MS"/>
                <a:cs typeface="Comic Sans MS"/>
              </a:rPr>
              <a:t>(c) Evidence-guided population update</a:t>
            </a:r>
          </a:p>
        </p:txBody>
      </p:sp>
    </p:spTree>
    <p:extLst>
      <p:ext uri="{BB962C8B-B14F-4D97-AF65-F5344CB8AC3E}">
        <p14:creationId xmlns:p14="http://schemas.microsoft.com/office/powerpoint/2010/main" val="18006088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Neo</dc:creator>
  <lastModifiedBy>Walnut Exporter</lastModifiedBy>
  <dc:title>Presentation</dc:title>
  <dcterms:created xsi:type="dcterms:W3CDTF">2026-10-09T09:33:42.1060000Z</dcterms:created>
  <dcterms:modified xsi:type="dcterms:W3CDTF">2026-10-09T09:33:42.1060000Z</dcterms:modified>
</coreProperties>
</file>